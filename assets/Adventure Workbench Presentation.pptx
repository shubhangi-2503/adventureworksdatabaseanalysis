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0">
          <p15:clr>
            <a:srgbClr val="A4A3A4"/>
          </p15:clr>
        </p15:guide>
        <p15:guide id="2" pos="3840">
          <p15:clr>
            <a:srgbClr val="A4A3A4"/>
          </p15:clr>
        </p15:guide>
      </p15:sldGuideLst>
    </p:ext>
    <p:ext uri="GoogleSlidesCustomDataVersion2">
      <go:slidesCustomData xmlns:go="http://customooxmlschemas.google.com/" r:id="rId17" roundtripDataSignature="AMtx7mjJq996aanM8ob3vSgOtvGCe63y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000"/>
          </a:p>
        </p:txBody>
      </p:sp>
      <p:sp>
        <p:nvSpPr>
          <p:cNvPr id="335" name="Google Shape;3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GB" sz="1100">
                <a:latin typeface="Arial"/>
                <a:ea typeface="Arial"/>
                <a:cs typeface="Arial"/>
                <a:sym typeface="Arial"/>
              </a:rPr>
              <a:t>🇩🇪 Germany</a:t>
            </a:r>
            <a:r>
              <a:rPr lang="en-GB" sz="1100">
                <a:latin typeface="Arial"/>
                <a:ea typeface="Arial"/>
                <a:cs typeface="Arial"/>
                <a:sym typeface="Arial"/>
              </a:rPr>
              <a:t>~84 Million~24%US is </a:t>
            </a:r>
            <a:r>
              <a:rPr b="1" lang="en-GB" sz="1100">
                <a:latin typeface="Arial"/>
                <a:ea typeface="Arial"/>
                <a:cs typeface="Arial"/>
                <a:sym typeface="Arial"/>
              </a:rPr>
              <a:t>~4x</a:t>
            </a:r>
            <a:r>
              <a:rPr lang="en-GB" sz="1100">
                <a:latin typeface="Arial"/>
                <a:ea typeface="Arial"/>
                <a:cs typeface="Arial"/>
                <a:sym typeface="Arial"/>
              </a:rPr>
              <a:t> larger</a:t>
            </a:r>
            <a:r>
              <a:rPr b="1" lang="en-GB" sz="1100">
                <a:latin typeface="Arial"/>
                <a:ea typeface="Arial"/>
                <a:cs typeface="Arial"/>
                <a:sym typeface="Arial"/>
              </a:rPr>
              <a:t>🇬🇧 United Kingdom</a:t>
            </a:r>
            <a:r>
              <a:rPr lang="en-GB" sz="1100">
                <a:latin typeface="Arial"/>
                <a:ea typeface="Arial"/>
                <a:cs typeface="Arial"/>
                <a:sym typeface="Arial"/>
              </a:rPr>
              <a:t>~69 Million~20%US is </a:t>
            </a:r>
            <a:r>
              <a:rPr b="1" lang="en-GB" sz="1100">
                <a:latin typeface="Arial"/>
                <a:ea typeface="Arial"/>
                <a:cs typeface="Arial"/>
                <a:sym typeface="Arial"/>
              </a:rPr>
              <a:t>~5x</a:t>
            </a:r>
            <a:r>
              <a:rPr lang="en-GB" sz="1100">
                <a:latin typeface="Arial"/>
                <a:ea typeface="Arial"/>
                <a:cs typeface="Arial"/>
                <a:sym typeface="Arial"/>
              </a:rPr>
              <a:t> larger</a:t>
            </a:r>
            <a:r>
              <a:rPr b="1" lang="en-GB" sz="1100">
                <a:latin typeface="Arial"/>
                <a:ea typeface="Arial"/>
                <a:cs typeface="Arial"/>
                <a:sym typeface="Arial"/>
              </a:rPr>
              <a:t>🇫🇷 France</a:t>
            </a:r>
            <a:r>
              <a:rPr lang="en-GB" sz="1100">
                <a:latin typeface="Arial"/>
                <a:ea typeface="Arial"/>
                <a:cs typeface="Arial"/>
                <a:sym typeface="Arial"/>
              </a:rPr>
              <a:t>~68 Million~20%US is </a:t>
            </a:r>
            <a:r>
              <a:rPr b="1" lang="en-GB" sz="1100">
                <a:latin typeface="Arial"/>
                <a:ea typeface="Arial"/>
                <a:cs typeface="Arial"/>
                <a:sym typeface="Arial"/>
              </a:rPr>
              <a:t>~5x</a:t>
            </a:r>
            <a:r>
              <a:rPr lang="en-GB" sz="1100">
                <a:latin typeface="Arial"/>
                <a:ea typeface="Arial"/>
                <a:cs typeface="Arial"/>
                <a:sym typeface="Arial"/>
              </a:rPr>
              <a:t> larger</a:t>
            </a:r>
            <a:r>
              <a:rPr b="1" lang="en-GB" sz="1100">
                <a:latin typeface="Arial"/>
                <a:ea typeface="Arial"/>
                <a:cs typeface="Arial"/>
                <a:sym typeface="Arial"/>
              </a:rPr>
              <a:t>🇨🇦 Canada</a:t>
            </a:r>
            <a:r>
              <a:rPr lang="en-GB" sz="1100">
                <a:latin typeface="Arial"/>
                <a:ea typeface="Arial"/>
                <a:cs typeface="Arial"/>
                <a:sym typeface="Arial"/>
              </a:rPr>
              <a:t>~41 Million~12%US is </a:t>
            </a:r>
            <a:r>
              <a:rPr b="1" lang="en-GB" sz="1100">
                <a:latin typeface="Arial"/>
                <a:ea typeface="Arial"/>
                <a:cs typeface="Arial"/>
                <a:sym typeface="Arial"/>
              </a:rPr>
              <a:t>~8.5x</a:t>
            </a:r>
            <a:r>
              <a:rPr lang="en-GB" sz="1100">
                <a:latin typeface="Arial"/>
                <a:ea typeface="Arial"/>
                <a:cs typeface="Arial"/>
                <a:sym typeface="Arial"/>
              </a:rPr>
              <a:t> larger</a:t>
            </a:r>
            <a:r>
              <a:rPr b="1" lang="en-GB" sz="1100">
                <a:latin typeface="Arial"/>
                <a:ea typeface="Arial"/>
                <a:cs typeface="Arial"/>
                <a:sym typeface="Arial"/>
              </a:rPr>
              <a:t>🇦🇺 Australia</a:t>
            </a:r>
            <a:r>
              <a:rPr lang="en-GB" sz="1100">
                <a:latin typeface="Arial"/>
                <a:ea typeface="Arial"/>
                <a:cs typeface="Arial"/>
                <a:sym typeface="Arial"/>
              </a:rPr>
              <a:t>~27 Million~8%US is </a:t>
            </a:r>
            <a:r>
              <a:rPr b="1" lang="en-GB" sz="1100">
                <a:latin typeface="Arial"/>
                <a:ea typeface="Arial"/>
                <a:cs typeface="Arial"/>
                <a:sym typeface="Arial"/>
              </a:rPr>
              <a:t>~13x</a:t>
            </a:r>
            <a:r>
              <a:rPr lang="en-GB" sz="1100">
                <a:latin typeface="Arial"/>
                <a:ea typeface="Arial"/>
                <a:cs typeface="Arial"/>
                <a:sym typeface="Arial"/>
              </a:rPr>
              <a:t> larger</a:t>
            </a:r>
            <a:endParaRPr/>
          </a:p>
        </p:txBody>
      </p:sp>
      <p:sp>
        <p:nvSpPr>
          <p:cNvPr id="342" name="Google Shape;3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The US generates over </a:t>
            </a:r>
            <a:r>
              <a:rPr b="1" lang="en-GB"/>
              <a:t>$62 million</a:t>
            </a:r>
            <a:r>
              <a:rPr lang="en-GB"/>
              <a:t>, which is roughly </a:t>
            </a:r>
            <a:r>
              <a:rPr b="1" lang="en-GB"/>
              <a:t>4x more</a:t>
            </a:r>
            <a:r>
              <a:rPr lang="en-GB"/>
              <a:t> than the next closest competitor (Canada). </a:t>
            </a:r>
            <a:endParaRPr/>
          </a:p>
          <a:p>
            <a:pPr indent="0" lvl="0" marL="0" rtl="0" algn="l">
              <a:spcBef>
                <a:spcPts val="0"/>
              </a:spcBef>
              <a:spcAft>
                <a:spcPts val="0"/>
              </a:spcAft>
              <a:buNone/>
            </a:pPr>
            <a:r>
              <a:rPr lang="en-GB"/>
              <a:t>The scatter plot reveals </a:t>
            </a:r>
            <a:r>
              <a:rPr i="1" lang="en-GB"/>
              <a:t>how</a:t>
            </a:r>
            <a:r>
              <a:rPr lang="en-GB"/>
              <a:t> they get there. Australia has the </a:t>
            </a:r>
            <a:r>
              <a:rPr b="1" lang="en-GB"/>
              <a:t>2nd highest sales volume</a:t>
            </a:r>
            <a:r>
              <a:rPr lang="en-GB"/>
              <a:t> (Total Orders), but with the </a:t>
            </a:r>
            <a:r>
              <a:rPr b="1" lang="en-GB"/>
              <a:t>lowest Average Order Value</a:t>
            </a:r>
            <a:r>
              <a:rPr lang="en-GB"/>
              <a:t> (~$1,500).</a:t>
            </a:r>
            <a:endParaRPr/>
          </a:p>
          <a:p>
            <a:pPr indent="0" lvl="0" marL="0" rtl="0" algn="l">
              <a:spcBef>
                <a:spcPts val="0"/>
              </a:spcBef>
              <a:spcAft>
                <a:spcPts val="0"/>
              </a:spcAft>
              <a:buNone/>
            </a:pPr>
            <a:r>
              <a:rPr lang="en-GB"/>
              <a:t>This indicate Australians are buying smaller baskets in comparison to other countries.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entirety of europe is currently the weakest region. It lacks the volume of Australia and the high spending of the North America.</a:t>
            </a:r>
            <a:endParaRPr/>
          </a:p>
        </p:txBody>
      </p:sp>
      <p:sp>
        <p:nvSpPr>
          <p:cNvPr id="350" name="Google Shape;3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100">
                <a:latin typeface="Arial"/>
                <a:ea typeface="Arial"/>
                <a:cs typeface="Arial"/>
                <a:sym typeface="Arial"/>
              </a:rPr>
              <a:t>As you can see on this chart, we found that revenue doesn’t change much regardless of years trading, although there is a very slight downward trend. We would ask you not to put much weight behind this trend as the correlation is very weak, but if this may become a factor in the future.</a:t>
            </a:r>
            <a:br>
              <a:rPr lang="en-GB" sz="1100">
                <a:latin typeface="Arial"/>
                <a:ea typeface="Arial"/>
                <a:cs typeface="Arial"/>
                <a:sym typeface="Arial"/>
              </a:rPr>
            </a:br>
            <a:br>
              <a:rPr lang="en-GB" sz="1100">
                <a:latin typeface="Arial"/>
                <a:ea typeface="Arial"/>
                <a:cs typeface="Arial"/>
                <a:sym typeface="Arial"/>
              </a:rPr>
            </a:br>
            <a:r>
              <a:rPr lang="en-GB" sz="1100">
                <a:latin typeface="Arial"/>
                <a:ea typeface="Arial"/>
                <a:cs typeface="Arial"/>
                <a:sym typeface="Arial"/>
              </a:rPr>
              <a:t> The data we were provided didn’t give a clear picture of yearly revenue by store over time. Instead we had to take total revenue to date and work from that. </a:t>
            </a:r>
            <a:br>
              <a:rPr lang="en-GB" sz="1100">
                <a:latin typeface="Arial"/>
                <a:ea typeface="Arial"/>
                <a:cs typeface="Arial"/>
                <a:sym typeface="Arial"/>
              </a:rPr>
            </a:br>
            <a:r>
              <a:rPr lang="en-GB" sz="1100">
                <a:latin typeface="Arial"/>
                <a:ea typeface="Arial"/>
                <a:cs typeface="Arial"/>
                <a:sym typeface="Arial"/>
              </a:rPr>
              <a:t>Something we would highly recommend is that you log individual store revenue year by year, it could produce a clearer picture of this relationship and give you the opportunity to see store by store breakdowns over time.</a:t>
            </a:r>
            <a:br>
              <a:rPr b="0" lang="en-GB"/>
            </a:br>
            <a:endParaRPr/>
          </a:p>
        </p:txBody>
      </p:sp>
      <p:sp>
        <p:nvSpPr>
          <p:cNvPr id="358" name="Google Shape;35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GB" sz="1100">
                <a:latin typeface="Arial"/>
                <a:ea typeface="Arial"/>
                <a:cs typeface="Arial"/>
                <a:sym typeface="Arial"/>
              </a:rPr>
              <a:t>As you can see on this chart, we found that stores generally fall into the same range of revenue regardless of years trading, with a very slight downward trend. We would ask you not to put much weight behind this trend as the correlation is very weak.</a:t>
            </a:r>
            <a:br>
              <a:rPr lang="en-GB" sz="1100">
                <a:latin typeface="Arial"/>
                <a:ea typeface="Arial"/>
                <a:cs typeface="Arial"/>
                <a:sym typeface="Arial"/>
              </a:rPr>
            </a:br>
            <a:r>
              <a:rPr lang="en-GB" sz="1100">
                <a:latin typeface="Arial"/>
                <a:ea typeface="Arial"/>
                <a:cs typeface="Arial"/>
                <a:sym typeface="Arial"/>
              </a:rPr>
              <a:t>The key takeaway from this was that years 1-3 were the most profitable for any store.  No store outperformed themselves in any subsequent year after this initial period.</a:t>
            </a:r>
            <a:br>
              <a:rPr lang="en-GB" sz="1100">
                <a:latin typeface="Arial"/>
                <a:ea typeface="Arial"/>
                <a:cs typeface="Arial"/>
                <a:sym typeface="Arial"/>
              </a:rPr>
            </a:br>
            <a:r>
              <a:rPr lang="en-GB" sz="1100">
                <a:latin typeface="Arial"/>
                <a:ea typeface="Arial"/>
                <a:cs typeface="Arial"/>
                <a:sym typeface="Arial"/>
              </a:rPr>
              <a:t> The data we were provided didn’t give a clear picture of yearly revenue by store over time. Instead we had to take total revenue to date and work from that. </a:t>
            </a:r>
            <a:br>
              <a:rPr lang="en-GB" sz="1100">
                <a:latin typeface="Arial"/>
                <a:ea typeface="Arial"/>
                <a:cs typeface="Arial"/>
                <a:sym typeface="Arial"/>
              </a:rPr>
            </a:br>
            <a:r>
              <a:rPr lang="en-GB" sz="1100">
                <a:latin typeface="Arial"/>
                <a:ea typeface="Arial"/>
                <a:cs typeface="Arial"/>
                <a:sym typeface="Arial"/>
              </a:rPr>
              <a:t>Something we would highly recommend is that you log individual store revenue year by year, it could produce a clearer picture of this relationship and give you the opportunity to see store by store breakdowns over time.</a:t>
            </a:r>
            <a:br>
              <a:rPr lang="en-GB"/>
            </a:br>
            <a:endParaRPr/>
          </a:p>
        </p:txBody>
      </p:sp>
      <p:sp>
        <p:nvSpPr>
          <p:cNvPr id="366" name="Google Shape;36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GB" sz="1200" u="none" strike="noStrike">
                <a:solidFill>
                  <a:schemeClr val="dk1"/>
                </a:solidFill>
                <a:latin typeface="Calibri"/>
                <a:ea typeface="Calibri"/>
                <a:cs typeface="Calibri"/>
                <a:sym typeface="Calibri"/>
              </a:rPr>
              <a:t>Store sizes fall into 5 categories of revenue, with the largest stores by square footage outperforming all other stores. Although employee count doesn’t factor into revenue as much as store size, profits could be increased by downsizing employee count in these very large stores to be more in line with the beginning and end of their distribution curves.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GB"/>
              <a:t> The top 5 stores by employee count are in the highest revenue category.</a:t>
            </a:r>
            <a:endParaRPr/>
          </a:p>
          <a:p>
            <a:pPr indent="0" lvl="0" marL="0" rtl="0" algn="l">
              <a:spcBef>
                <a:spcPts val="0"/>
              </a:spcBef>
              <a:spcAft>
                <a:spcPts val="0"/>
              </a:spcAft>
              <a:buNone/>
            </a:pPr>
            <a:r>
              <a:rPr b="0" i="0" lang="en-GB" sz="1200" u="none" strike="noStrike">
                <a:solidFill>
                  <a:schemeClr val="dk1"/>
                </a:solidFill>
                <a:latin typeface="Calibri"/>
                <a:ea typeface="Calibri"/>
                <a:cs typeface="Calibri"/>
                <a:sym typeface="Calibri"/>
              </a:rPr>
              <a:t>As you can see,</a:t>
            </a:r>
            <a:r>
              <a:rPr lang="en-GB"/>
              <a:t> large stores with a size between 3500 and 42000(orange) sq ft are outperforming the medium sized stores (green) by just 50% revenue per store,</a:t>
            </a:r>
            <a:r>
              <a:rPr b="0" i="0" lang="en-GB" sz="1200" u="none" strike="noStrike">
                <a:solidFill>
                  <a:schemeClr val="dk1"/>
                </a:solidFill>
                <a:latin typeface="Calibri"/>
                <a:ea typeface="Calibri"/>
                <a:cs typeface="Calibri"/>
                <a:sym typeface="Calibri"/>
              </a:rPr>
              <a:t> even though they have the 2nd highest combined employee count. Considering the number of employees is almost 6 ( 5.97) times more for th</a:t>
            </a:r>
            <a:r>
              <a:rPr lang="en-GB"/>
              <a:t>ese large stores</a:t>
            </a:r>
            <a:r>
              <a:rPr b="0" i="0" lang="en-GB" sz="1200" u="none" strike="noStrike">
                <a:solidFill>
                  <a:schemeClr val="dk1"/>
                </a:solidFill>
                <a:latin typeface="Calibri"/>
                <a:ea typeface="Calibri"/>
                <a:cs typeface="Calibri"/>
                <a:sym typeface="Calibri"/>
              </a:rPr>
              <a:t>, therefore we found that medium stores are much more profitable. We would suggest future stores fall within this range to maximise </a:t>
            </a:r>
            <a:r>
              <a:rPr lang="en-GB"/>
              <a:t>profits</a:t>
            </a:r>
            <a:r>
              <a:rPr b="0" i="0" lang="en-GB" sz="1200" u="none" strike="noStrike">
                <a:solidFill>
                  <a:schemeClr val="dk1"/>
                </a:solidFill>
                <a:latin typeface="Calibri"/>
                <a:ea typeface="Calibri"/>
                <a:cs typeface="Calibri"/>
                <a:sym typeface="Calibri"/>
              </a:rPr>
              <a:t>.</a:t>
            </a:r>
            <a:endParaRPr b="0"/>
          </a:p>
          <a:p>
            <a:pPr indent="0" lvl="0" marL="0" rtl="0" algn="l">
              <a:spcBef>
                <a:spcPts val="0"/>
              </a:spcBef>
              <a:spcAft>
                <a:spcPts val="0"/>
              </a:spcAft>
              <a:buNone/>
            </a:pPr>
            <a:br>
              <a:rPr lang="en-GB"/>
            </a:br>
            <a:endParaRPr/>
          </a:p>
        </p:txBody>
      </p:sp>
      <p:sp>
        <p:nvSpPr>
          <p:cNvPr id="376" name="Google Shape;37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416040" y="4434840"/>
            <a:ext cx="4941771" cy="112220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600"/>
              <a:buFont typeface="Arial"/>
              <a:buNone/>
              <a:defRPr sz="3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 type="subTitle"/>
          </p:nvPr>
        </p:nvSpPr>
        <p:spPr>
          <a:xfrm>
            <a:off x="6416041" y="5586890"/>
            <a:ext cx="4941770" cy="39666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chemeClr val="dk1"/>
              </a:buClr>
              <a:buSzPts val="1600"/>
              <a:buNone/>
              <a:defRPr sz="16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8" name="Google Shape;18;p25"/>
          <p:cNvPicPr preferRelativeResize="0"/>
          <p:nvPr/>
        </p:nvPicPr>
        <p:blipFill rotWithShape="1">
          <a:blip r:embed="rId2">
            <a:alphaModFix/>
          </a:blip>
          <a:srcRect b="-1" l="9358" r="0" t="23650"/>
          <a:stretch/>
        </p:blipFill>
        <p:spPr>
          <a:xfrm>
            <a:off x="0" y="0"/>
            <a:ext cx="9488312" cy="505432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type="secHead">
  <p:cSld name="SECTION_HEADER">
    <p:bg>
      <p:bgPr>
        <a:solidFill>
          <a:schemeClr val="accent1"/>
        </a:solidFill>
      </p:bgPr>
    </p:bg>
    <p:spTree>
      <p:nvGrpSpPr>
        <p:cNvPr id="19" name="Shape 19"/>
        <p:cNvGrpSpPr/>
        <p:nvPr/>
      </p:nvGrpSpPr>
      <p:grpSpPr>
        <a:xfrm>
          <a:off x="0" y="0"/>
          <a:ext cx="0" cy="0"/>
          <a:chOff x="0" y="0"/>
          <a:chExt cx="0" cy="0"/>
        </a:xfrm>
      </p:grpSpPr>
      <p:sp>
        <p:nvSpPr>
          <p:cNvPr id="20" name="Google Shape;20;p26"/>
          <p:cNvSpPr txBox="1"/>
          <p:nvPr>
            <p:ph type="title"/>
          </p:nvPr>
        </p:nvSpPr>
        <p:spPr>
          <a:xfrm>
            <a:off x="1362075" y="1671639"/>
            <a:ext cx="5111750" cy="120491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6"/>
          <p:cNvSpPr txBox="1"/>
          <p:nvPr>
            <p:ph idx="1" type="body"/>
          </p:nvPr>
        </p:nvSpPr>
        <p:spPr>
          <a:xfrm>
            <a:off x="1362075" y="3660774"/>
            <a:ext cx="5111750" cy="1525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cxnSp>
        <p:nvCxnSpPr>
          <p:cNvPr id="22" name="Google Shape;22;p26"/>
          <p:cNvCxnSpPr/>
          <p:nvPr/>
        </p:nvCxnSpPr>
        <p:spPr>
          <a:xfrm>
            <a:off x="9096375" y="1497012"/>
            <a:ext cx="3095625" cy="0"/>
          </a:xfrm>
          <a:prstGeom prst="straightConnector1">
            <a:avLst/>
          </a:prstGeom>
          <a:noFill/>
          <a:ln cap="flat" cmpd="sng" w="9525">
            <a:solidFill>
              <a:schemeClr val="dk1"/>
            </a:solidFill>
            <a:prstDash val="solid"/>
            <a:miter lim="800000"/>
            <a:headEnd len="sm" w="sm" type="none"/>
            <a:tailEnd len="sm" w="sm" type="none"/>
          </a:ln>
        </p:spPr>
      </p:cxnSp>
      <p:cxnSp>
        <p:nvCxnSpPr>
          <p:cNvPr id="23" name="Google Shape;23;p26"/>
          <p:cNvCxnSpPr/>
          <p:nvPr/>
        </p:nvCxnSpPr>
        <p:spPr>
          <a:xfrm flipH="1">
            <a:off x="6953250" y="-25401"/>
            <a:ext cx="3790950" cy="6902451"/>
          </a:xfrm>
          <a:prstGeom prst="straightConnector1">
            <a:avLst/>
          </a:prstGeom>
          <a:noFill/>
          <a:ln cap="flat" cmpd="sng" w="9525">
            <a:solidFill>
              <a:schemeClr val="dk1"/>
            </a:solidFill>
            <a:prstDash val="solid"/>
            <a:miter lim="800000"/>
            <a:headEnd len="sm" w="sm" type="none"/>
            <a:tailEnd len="sm" w="sm" type="none"/>
          </a:ln>
        </p:spPr>
      </p:cxnSp>
      <p:sp>
        <p:nvSpPr>
          <p:cNvPr id="24" name="Google Shape;2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6"/>
          <p:cNvSpPr txBox="1"/>
          <p:nvPr>
            <p:ph idx="11" type="ftr"/>
          </p:nvPr>
        </p:nvSpPr>
        <p:spPr>
          <a:xfrm>
            <a:off x="5224463" y="6356350"/>
            <a:ext cx="174307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900" u="none" cap="none" strike="noStrike">
                <a:solidFill>
                  <a:srgbClr val="888888"/>
                </a:solidFill>
                <a:latin typeface="Arial"/>
                <a:ea typeface="Arial"/>
                <a:cs typeface="Arial"/>
                <a:sym typeface="Arial"/>
              </a:defRPr>
            </a:lvl1pPr>
            <a:lvl2pPr indent="0" lvl="1" marL="0" marR="0" algn="r">
              <a:spcBef>
                <a:spcPts val="0"/>
              </a:spcBef>
              <a:buNone/>
              <a:defRPr b="0" i="0" sz="900" u="none" cap="none" strike="noStrike">
                <a:solidFill>
                  <a:srgbClr val="888888"/>
                </a:solidFill>
                <a:latin typeface="Arial"/>
                <a:ea typeface="Arial"/>
                <a:cs typeface="Arial"/>
                <a:sym typeface="Arial"/>
              </a:defRPr>
            </a:lvl2pPr>
            <a:lvl3pPr indent="0" lvl="2" marL="0" marR="0" algn="r">
              <a:spcBef>
                <a:spcPts val="0"/>
              </a:spcBef>
              <a:buNone/>
              <a:defRPr b="0" i="0" sz="900" u="none" cap="none" strike="noStrike">
                <a:solidFill>
                  <a:srgbClr val="888888"/>
                </a:solidFill>
                <a:latin typeface="Arial"/>
                <a:ea typeface="Arial"/>
                <a:cs typeface="Arial"/>
                <a:sym typeface="Arial"/>
              </a:defRPr>
            </a:lvl3pPr>
            <a:lvl4pPr indent="0" lvl="3" marL="0" marR="0" algn="r">
              <a:spcBef>
                <a:spcPts val="0"/>
              </a:spcBef>
              <a:buNone/>
              <a:defRPr b="0" i="0" sz="900" u="none" cap="none" strike="noStrike">
                <a:solidFill>
                  <a:srgbClr val="888888"/>
                </a:solidFill>
                <a:latin typeface="Arial"/>
                <a:ea typeface="Arial"/>
                <a:cs typeface="Arial"/>
                <a:sym typeface="Arial"/>
              </a:defRPr>
            </a:lvl4pPr>
            <a:lvl5pPr indent="0" lvl="4" marL="0" marR="0" algn="r">
              <a:spcBef>
                <a:spcPts val="0"/>
              </a:spcBef>
              <a:buNone/>
              <a:defRPr b="0" i="0" sz="900" u="none" cap="none" strike="noStrike">
                <a:solidFill>
                  <a:srgbClr val="888888"/>
                </a:solidFill>
                <a:latin typeface="Arial"/>
                <a:ea typeface="Arial"/>
                <a:cs typeface="Arial"/>
                <a:sym typeface="Arial"/>
              </a:defRPr>
            </a:lvl5pPr>
            <a:lvl6pPr indent="0" lvl="5" marL="0" marR="0" algn="r">
              <a:spcBef>
                <a:spcPts val="0"/>
              </a:spcBef>
              <a:buNone/>
              <a:defRPr b="0" i="0" sz="900" u="none" cap="none" strike="noStrike">
                <a:solidFill>
                  <a:srgbClr val="888888"/>
                </a:solidFill>
                <a:latin typeface="Arial"/>
                <a:ea typeface="Arial"/>
                <a:cs typeface="Arial"/>
                <a:sym typeface="Arial"/>
              </a:defRPr>
            </a:lvl6pPr>
            <a:lvl7pPr indent="0" lvl="6" marL="0" marR="0" algn="r">
              <a:spcBef>
                <a:spcPts val="0"/>
              </a:spcBef>
              <a:buNone/>
              <a:defRPr b="0" i="0" sz="900" u="none" cap="none" strike="noStrike">
                <a:solidFill>
                  <a:srgbClr val="888888"/>
                </a:solidFill>
                <a:latin typeface="Arial"/>
                <a:ea typeface="Arial"/>
                <a:cs typeface="Arial"/>
                <a:sym typeface="Arial"/>
              </a:defRPr>
            </a:lvl7pPr>
            <a:lvl8pPr indent="0" lvl="7" marL="0" marR="0" algn="r">
              <a:spcBef>
                <a:spcPts val="0"/>
              </a:spcBef>
              <a:buNone/>
              <a:defRPr b="0" i="0" sz="900" u="none" cap="none" strike="noStrike">
                <a:solidFill>
                  <a:srgbClr val="888888"/>
                </a:solidFill>
                <a:latin typeface="Arial"/>
                <a:ea typeface="Arial"/>
                <a:cs typeface="Arial"/>
                <a:sym typeface="Arial"/>
              </a:defRPr>
            </a:lvl8pPr>
            <a:lvl9pPr indent="0" lvl="8" marL="0" marR="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Column">
  <p:cSld name="Content 3 Column">
    <p:bg>
      <p:bgPr>
        <a:solidFill>
          <a:schemeClr val="lt1"/>
        </a:solidFill>
      </p:bgPr>
    </p:bg>
    <p:spTree>
      <p:nvGrpSpPr>
        <p:cNvPr id="27" name="Shape 27"/>
        <p:cNvGrpSpPr/>
        <p:nvPr/>
      </p:nvGrpSpPr>
      <p:grpSpPr>
        <a:xfrm>
          <a:off x="0" y="0"/>
          <a:ext cx="0" cy="0"/>
          <a:chOff x="0" y="0"/>
          <a:chExt cx="0" cy="0"/>
        </a:xfrm>
      </p:grpSpPr>
      <p:sp>
        <p:nvSpPr>
          <p:cNvPr id="28" name="Google Shape;28;p27"/>
          <p:cNvSpPr txBox="1"/>
          <p:nvPr>
            <p:ph type="title"/>
          </p:nvPr>
        </p:nvSpPr>
        <p:spPr>
          <a:xfrm>
            <a:off x="1508760" y="4156405"/>
            <a:ext cx="313944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7"/>
          <p:cNvSpPr txBox="1"/>
          <p:nvPr>
            <p:ph idx="1" type="body"/>
          </p:nvPr>
        </p:nvSpPr>
        <p:spPr>
          <a:xfrm>
            <a:off x="5922254" y="1530635"/>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27"/>
          <p:cNvSpPr txBox="1"/>
          <p:nvPr>
            <p:ph idx="2" type="body"/>
          </p:nvPr>
        </p:nvSpPr>
        <p:spPr>
          <a:xfrm>
            <a:off x="5921828" y="1860060"/>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7"/>
          <p:cNvSpPr txBox="1"/>
          <p:nvPr>
            <p:ph idx="3" type="body"/>
          </p:nvPr>
        </p:nvSpPr>
        <p:spPr>
          <a:xfrm>
            <a:off x="5922254" y="2630431"/>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7"/>
          <p:cNvSpPr txBox="1"/>
          <p:nvPr>
            <p:ph idx="4" type="body"/>
          </p:nvPr>
        </p:nvSpPr>
        <p:spPr>
          <a:xfrm>
            <a:off x="5921828" y="2959856"/>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7"/>
          <p:cNvSpPr txBox="1"/>
          <p:nvPr>
            <p:ph idx="5" type="body"/>
          </p:nvPr>
        </p:nvSpPr>
        <p:spPr>
          <a:xfrm>
            <a:off x="5922254" y="3730227"/>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7"/>
          <p:cNvSpPr txBox="1"/>
          <p:nvPr>
            <p:ph idx="6" type="body"/>
          </p:nvPr>
        </p:nvSpPr>
        <p:spPr>
          <a:xfrm>
            <a:off x="5921828" y="4059652"/>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27"/>
          <p:cNvSpPr txBox="1"/>
          <p:nvPr>
            <p:ph idx="7" type="body"/>
          </p:nvPr>
        </p:nvSpPr>
        <p:spPr>
          <a:xfrm>
            <a:off x="5920106" y="4830024"/>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7"/>
          <p:cNvSpPr txBox="1"/>
          <p:nvPr>
            <p:ph idx="8" type="body"/>
          </p:nvPr>
        </p:nvSpPr>
        <p:spPr>
          <a:xfrm>
            <a:off x="5919680" y="5159449"/>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7"/>
          <p:cNvSpPr txBox="1"/>
          <p:nvPr>
            <p:ph idx="10" type="dt"/>
          </p:nvPr>
        </p:nvSpPr>
        <p:spPr>
          <a:xfrm>
            <a:off x="5919680" y="6356350"/>
            <a:ext cx="94751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7"/>
          <p:cNvSpPr txBox="1"/>
          <p:nvPr>
            <p:ph idx="11" type="ftr"/>
          </p:nvPr>
        </p:nvSpPr>
        <p:spPr>
          <a:xfrm>
            <a:off x="7161955" y="6356350"/>
            <a:ext cx="324394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7"/>
          <p:cNvSpPr txBox="1"/>
          <p:nvPr>
            <p:ph idx="12" type="sldNum"/>
          </p:nvPr>
        </p:nvSpPr>
        <p:spPr>
          <a:xfrm>
            <a:off x="10700656" y="6356350"/>
            <a:ext cx="653143"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900" u="none" cap="none" strike="noStrike">
                <a:solidFill>
                  <a:srgbClr val="888888"/>
                </a:solidFill>
                <a:latin typeface="Arial"/>
                <a:ea typeface="Arial"/>
                <a:cs typeface="Arial"/>
                <a:sym typeface="Arial"/>
              </a:defRPr>
            </a:lvl1pPr>
            <a:lvl2pPr indent="0" lvl="1" marL="0" marR="0" algn="r">
              <a:spcBef>
                <a:spcPts val="0"/>
              </a:spcBef>
              <a:buNone/>
              <a:defRPr b="0" i="0" sz="900" u="none" cap="none" strike="noStrike">
                <a:solidFill>
                  <a:srgbClr val="888888"/>
                </a:solidFill>
                <a:latin typeface="Arial"/>
                <a:ea typeface="Arial"/>
                <a:cs typeface="Arial"/>
                <a:sym typeface="Arial"/>
              </a:defRPr>
            </a:lvl2pPr>
            <a:lvl3pPr indent="0" lvl="2" marL="0" marR="0" algn="r">
              <a:spcBef>
                <a:spcPts val="0"/>
              </a:spcBef>
              <a:buNone/>
              <a:defRPr b="0" i="0" sz="900" u="none" cap="none" strike="noStrike">
                <a:solidFill>
                  <a:srgbClr val="888888"/>
                </a:solidFill>
                <a:latin typeface="Arial"/>
                <a:ea typeface="Arial"/>
                <a:cs typeface="Arial"/>
                <a:sym typeface="Arial"/>
              </a:defRPr>
            </a:lvl3pPr>
            <a:lvl4pPr indent="0" lvl="3" marL="0" marR="0" algn="r">
              <a:spcBef>
                <a:spcPts val="0"/>
              </a:spcBef>
              <a:buNone/>
              <a:defRPr b="0" i="0" sz="900" u="none" cap="none" strike="noStrike">
                <a:solidFill>
                  <a:srgbClr val="888888"/>
                </a:solidFill>
                <a:latin typeface="Arial"/>
                <a:ea typeface="Arial"/>
                <a:cs typeface="Arial"/>
                <a:sym typeface="Arial"/>
              </a:defRPr>
            </a:lvl4pPr>
            <a:lvl5pPr indent="0" lvl="4" marL="0" marR="0" algn="r">
              <a:spcBef>
                <a:spcPts val="0"/>
              </a:spcBef>
              <a:buNone/>
              <a:defRPr b="0" i="0" sz="900" u="none" cap="none" strike="noStrike">
                <a:solidFill>
                  <a:srgbClr val="888888"/>
                </a:solidFill>
                <a:latin typeface="Arial"/>
                <a:ea typeface="Arial"/>
                <a:cs typeface="Arial"/>
                <a:sym typeface="Arial"/>
              </a:defRPr>
            </a:lvl5pPr>
            <a:lvl6pPr indent="0" lvl="5" marL="0" marR="0" algn="r">
              <a:spcBef>
                <a:spcPts val="0"/>
              </a:spcBef>
              <a:buNone/>
              <a:defRPr b="0" i="0" sz="900" u="none" cap="none" strike="noStrike">
                <a:solidFill>
                  <a:srgbClr val="888888"/>
                </a:solidFill>
                <a:latin typeface="Arial"/>
                <a:ea typeface="Arial"/>
                <a:cs typeface="Arial"/>
                <a:sym typeface="Arial"/>
              </a:defRPr>
            </a:lvl6pPr>
            <a:lvl7pPr indent="0" lvl="6" marL="0" marR="0" algn="r">
              <a:spcBef>
                <a:spcPts val="0"/>
              </a:spcBef>
              <a:buNone/>
              <a:defRPr b="0" i="0" sz="900" u="none" cap="none" strike="noStrike">
                <a:solidFill>
                  <a:srgbClr val="888888"/>
                </a:solidFill>
                <a:latin typeface="Arial"/>
                <a:ea typeface="Arial"/>
                <a:cs typeface="Arial"/>
                <a:sym typeface="Arial"/>
              </a:defRPr>
            </a:lvl7pPr>
            <a:lvl8pPr indent="0" lvl="7" marL="0" marR="0" algn="r">
              <a:spcBef>
                <a:spcPts val="0"/>
              </a:spcBef>
              <a:buNone/>
              <a:defRPr b="0" i="0" sz="900" u="none" cap="none" strike="noStrike">
                <a:solidFill>
                  <a:srgbClr val="888888"/>
                </a:solidFill>
                <a:latin typeface="Arial"/>
                <a:ea typeface="Arial"/>
                <a:cs typeface="Arial"/>
                <a:sym typeface="Arial"/>
              </a:defRPr>
            </a:lvl8pPr>
            <a:lvl9pPr indent="0" lvl="8" marL="0" marR="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40" name="Google Shape;40;p27"/>
          <p:cNvPicPr preferRelativeResize="0"/>
          <p:nvPr/>
        </p:nvPicPr>
        <p:blipFill rotWithShape="1">
          <a:blip r:embed="rId2">
            <a:alphaModFix/>
          </a:blip>
          <a:srcRect b="22673" l="39434" r="0" t="20278"/>
          <a:stretch/>
        </p:blipFill>
        <p:spPr>
          <a:xfrm>
            <a:off x="-4696" y="-1"/>
            <a:ext cx="4896735" cy="438594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 Art">
  <p:cSld name="Smart Art">
    <p:bg>
      <p:bgPr>
        <a:solidFill>
          <a:schemeClr val="lt1"/>
        </a:solidFill>
      </p:bgPr>
    </p:bg>
    <p:spTree>
      <p:nvGrpSpPr>
        <p:cNvPr id="41" name="Shape 41"/>
        <p:cNvGrpSpPr/>
        <p:nvPr/>
      </p:nvGrpSpPr>
      <p:grpSpPr>
        <a:xfrm>
          <a:off x="0" y="0"/>
          <a:ext cx="0" cy="0"/>
          <a:chOff x="0" y="0"/>
          <a:chExt cx="0" cy="0"/>
        </a:xfrm>
      </p:grpSpPr>
      <p:sp>
        <p:nvSpPr>
          <p:cNvPr id="42" name="Google Shape;4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8"/>
          <p:cNvSpPr/>
          <p:nvPr>
            <p:ph idx="2" type="dgm"/>
          </p:nvPr>
        </p:nvSpPr>
        <p:spPr>
          <a:xfrm>
            <a:off x="838200" y="2139084"/>
            <a:ext cx="10515600" cy="369533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4" name="Google Shape;4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46" name="Google Shape;46;p28"/>
          <p:cNvCxnSpPr/>
          <p:nvPr/>
        </p:nvCxnSpPr>
        <p:spPr>
          <a:xfrm flipH="1" rot="10800000">
            <a:off x="0" y="0"/>
            <a:ext cx="2590800" cy="762000"/>
          </a:xfrm>
          <a:prstGeom prst="straightConnector1">
            <a:avLst/>
          </a:prstGeom>
          <a:noFill/>
          <a:ln cap="flat" cmpd="sng" w="9525">
            <a:solidFill>
              <a:schemeClr val="dk1"/>
            </a:solidFill>
            <a:prstDash val="solid"/>
            <a:miter lim="800000"/>
            <a:headEnd len="sm" w="sm" type="none"/>
            <a:tailEnd len="sm" w="sm" type="none"/>
          </a:ln>
        </p:spPr>
      </p:cxnSp>
      <p:cxnSp>
        <p:nvCxnSpPr>
          <p:cNvPr id="47" name="Google Shape;47;p28"/>
          <p:cNvCxnSpPr/>
          <p:nvPr/>
        </p:nvCxnSpPr>
        <p:spPr>
          <a:xfrm flipH="1">
            <a:off x="0" y="0"/>
            <a:ext cx="704850" cy="1027906"/>
          </a:xfrm>
          <a:prstGeom prst="straightConnector1">
            <a:avLst/>
          </a:prstGeom>
          <a:noFill/>
          <a:ln cap="flat" cmpd="sng" w="9525">
            <a:solidFill>
              <a:schemeClr val="dk1"/>
            </a:solidFill>
            <a:prstDash val="solid"/>
            <a:miter lim="800000"/>
            <a:headEnd len="sm" w="sm" type="none"/>
            <a:tailEnd len="sm" w="sm" type="none"/>
          </a:ln>
        </p:spPr>
      </p:cxnSp>
      <p:sp>
        <p:nvSpPr>
          <p:cNvPr id="48" name="Google Shape;4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900" u="none" cap="none" strike="noStrike">
                <a:solidFill>
                  <a:srgbClr val="888888"/>
                </a:solidFill>
                <a:latin typeface="Arial"/>
                <a:ea typeface="Arial"/>
                <a:cs typeface="Arial"/>
                <a:sym typeface="Arial"/>
              </a:defRPr>
            </a:lvl1pPr>
            <a:lvl2pPr indent="0" lvl="1" marL="0" marR="0" algn="r">
              <a:spcBef>
                <a:spcPts val="0"/>
              </a:spcBef>
              <a:buNone/>
              <a:defRPr b="0" i="0" sz="900" u="none" cap="none" strike="noStrike">
                <a:solidFill>
                  <a:srgbClr val="888888"/>
                </a:solidFill>
                <a:latin typeface="Arial"/>
                <a:ea typeface="Arial"/>
                <a:cs typeface="Arial"/>
                <a:sym typeface="Arial"/>
              </a:defRPr>
            </a:lvl2pPr>
            <a:lvl3pPr indent="0" lvl="2" marL="0" marR="0" algn="r">
              <a:spcBef>
                <a:spcPts val="0"/>
              </a:spcBef>
              <a:buNone/>
              <a:defRPr b="0" i="0" sz="900" u="none" cap="none" strike="noStrike">
                <a:solidFill>
                  <a:srgbClr val="888888"/>
                </a:solidFill>
                <a:latin typeface="Arial"/>
                <a:ea typeface="Arial"/>
                <a:cs typeface="Arial"/>
                <a:sym typeface="Arial"/>
              </a:defRPr>
            </a:lvl3pPr>
            <a:lvl4pPr indent="0" lvl="3" marL="0" marR="0" algn="r">
              <a:spcBef>
                <a:spcPts val="0"/>
              </a:spcBef>
              <a:buNone/>
              <a:defRPr b="0" i="0" sz="900" u="none" cap="none" strike="noStrike">
                <a:solidFill>
                  <a:srgbClr val="888888"/>
                </a:solidFill>
                <a:latin typeface="Arial"/>
                <a:ea typeface="Arial"/>
                <a:cs typeface="Arial"/>
                <a:sym typeface="Arial"/>
              </a:defRPr>
            </a:lvl4pPr>
            <a:lvl5pPr indent="0" lvl="4" marL="0" marR="0" algn="r">
              <a:spcBef>
                <a:spcPts val="0"/>
              </a:spcBef>
              <a:buNone/>
              <a:defRPr b="0" i="0" sz="900" u="none" cap="none" strike="noStrike">
                <a:solidFill>
                  <a:srgbClr val="888888"/>
                </a:solidFill>
                <a:latin typeface="Arial"/>
                <a:ea typeface="Arial"/>
                <a:cs typeface="Arial"/>
                <a:sym typeface="Arial"/>
              </a:defRPr>
            </a:lvl5pPr>
            <a:lvl6pPr indent="0" lvl="5" marL="0" marR="0" algn="r">
              <a:spcBef>
                <a:spcPts val="0"/>
              </a:spcBef>
              <a:buNone/>
              <a:defRPr b="0" i="0" sz="900" u="none" cap="none" strike="noStrike">
                <a:solidFill>
                  <a:srgbClr val="888888"/>
                </a:solidFill>
                <a:latin typeface="Arial"/>
                <a:ea typeface="Arial"/>
                <a:cs typeface="Arial"/>
                <a:sym typeface="Arial"/>
              </a:defRPr>
            </a:lvl6pPr>
            <a:lvl7pPr indent="0" lvl="6" marL="0" marR="0" algn="r">
              <a:spcBef>
                <a:spcPts val="0"/>
              </a:spcBef>
              <a:buNone/>
              <a:defRPr b="0" i="0" sz="900" u="none" cap="none" strike="noStrike">
                <a:solidFill>
                  <a:srgbClr val="888888"/>
                </a:solidFill>
                <a:latin typeface="Arial"/>
                <a:ea typeface="Arial"/>
                <a:cs typeface="Arial"/>
                <a:sym typeface="Arial"/>
              </a:defRPr>
            </a:lvl7pPr>
            <a:lvl8pPr indent="0" lvl="7" marL="0" marR="0" algn="r">
              <a:spcBef>
                <a:spcPts val="0"/>
              </a:spcBef>
              <a:buNone/>
              <a:defRPr b="0" i="0" sz="900" u="none" cap="none" strike="noStrike">
                <a:solidFill>
                  <a:srgbClr val="888888"/>
                </a:solidFill>
                <a:latin typeface="Arial"/>
                <a:ea typeface="Arial"/>
                <a:cs typeface="Arial"/>
                <a:sym typeface="Arial"/>
              </a:defRPr>
            </a:lvl8pPr>
            <a:lvl9pPr indent="0" lvl="8" marL="0" marR="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TxTwoObj">
  <p:cSld name="TWO_OBJECTS_WITH_TEXT">
    <p:bg>
      <p:bgPr>
        <a:solidFill>
          <a:schemeClr val="accent1"/>
        </a:solidFill>
      </p:bgPr>
    </p:bg>
    <p:spTree>
      <p:nvGrpSpPr>
        <p:cNvPr id="49" name="Shape 49"/>
        <p:cNvGrpSpPr/>
        <p:nvPr/>
      </p:nvGrpSpPr>
      <p:grpSpPr>
        <a:xfrm>
          <a:off x="0" y="0"/>
          <a:ext cx="0" cy="0"/>
          <a:chOff x="0" y="0"/>
          <a:chExt cx="0" cy="0"/>
        </a:xfrm>
      </p:grpSpPr>
      <p:sp>
        <p:nvSpPr>
          <p:cNvPr id="50" name="Google Shape;50;p29"/>
          <p:cNvSpPr txBox="1"/>
          <p:nvPr>
            <p:ph type="title"/>
          </p:nvPr>
        </p:nvSpPr>
        <p:spPr>
          <a:xfrm>
            <a:off x="2933700" y="892177"/>
            <a:ext cx="8421688"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9"/>
          <p:cNvSpPr txBox="1"/>
          <p:nvPr>
            <p:ph idx="1" type="body"/>
          </p:nvPr>
        </p:nvSpPr>
        <p:spPr>
          <a:xfrm>
            <a:off x="2933700" y="2776936"/>
            <a:ext cx="3924300"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29"/>
          <p:cNvSpPr txBox="1"/>
          <p:nvPr>
            <p:ph idx="2" type="body"/>
          </p:nvPr>
        </p:nvSpPr>
        <p:spPr>
          <a:xfrm>
            <a:off x="2933700" y="3834606"/>
            <a:ext cx="3924300" cy="19978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29"/>
          <p:cNvSpPr txBox="1"/>
          <p:nvPr>
            <p:ph idx="3" type="body"/>
          </p:nvPr>
        </p:nvSpPr>
        <p:spPr>
          <a:xfrm>
            <a:off x="7410173" y="2776936"/>
            <a:ext cx="394362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29"/>
          <p:cNvSpPr txBox="1"/>
          <p:nvPr>
            <p:ph idx="4" type="body"/>
          </p:nvPr>
        </p:nvSpPr>
        <p:spPr>
          <a:xfrm>
            <a:off x="7410173" y="3834606"/>
            <a:ext cx="3943627" cy="19978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8" name="Google Shape;58;p29"/>
          <p:cNvPicPr preferRelativeResize="0"/>
          <p:nvPr/>
        </p:nvPicPr>
        <p:blipFill rotWithShape="1">
          <a:blip r:embed="rId2">
            <a:alphaModFix/>
          </a:blip>
          <a:srcRect b="22673" l="39434" r="0" t="20278"/>
          <a:stretch/>
        </p:blipFill>
        <p:spPr>
          <a:xfrm>
            <a:off x="25785" y="0"/>
            <a:ext cx="4368030" cy="391239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drant">
  <p:cSld name="Quadrant">
    <p:spTree>
      <p:nvGrpSpPr>
        <p:cNvPr id="59" name="Shape 59"/>
        <p:cNvGrpSpPr/>
        <p:nvPr/>
      </p:nvGrpSpPr>
      <p:grpSpPr>
        <a:xfrm>
          <a:off x="0" y="0"/>
          <a:ext cx="0" cy="0"/>
          <a:chOff x="0" y="0"/>
          <a:chExt cx="0" cy="0"/>
        </a:xfrm>
      </p:grpSpPr>
      <p:sp>
        <p:nvSpPr>
          <p:cNvPr id="60" name="Google Shape;60;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61" name="Google Shape;61;p30"/>
          <p:cNvCxnSpPr>
            <a:endCxn id="62" idx="1"/>
          </p:cNvCxnSpPr>
          <p:nvPr/>
        </p:nvCxnSpPr>
        <p:spPr>
          <a:xfrm>
            <a:off x="2315649" y="3774842"/>
            <a:ext cx="7624800" cy="0"/>
          </a:xfrm>
          <a:prstGeom prst="straightConnector1">
            <a:avLst/>
          </a:prstGeom>
          <a:noFill/>
          <a:ln cap="flat" cmpd="sng" w="44450">
            <a:solidFill>
              <a:schemeClr val="dk1"/>
            </a:solidFill>
            <a:prstDash val="solid"/>
            <a:miter lim="800000"/>
            <a:headEnd len="sm" w="sm" type="none"/>
            <a:tailEnd len="sm" w="sm" type="none"/>
          </a:ln>
        </p:spPr>
      </p:cxnSp>
      <p:cxnSp>
        <p:nvCxnSpPr>
          <p:cNvPr id="63" name="Google Shape;63;p30"/>
          <p:cNvCxnSpPr/>
          <p:nvPr/>
        </p:nvCxnSpPr>
        <p:spPr>
          <a:xfrm flipH="1" rot="10800000">
            <a:off x="6096000" y="2091972"/>
            <a:ext cx="4678" cy="3376818"/>
          </a:xfrm>
          <a:prstGeom prst="straightConnector1">
            <a:avLst/>
          </a:prstGeom>
          <a:noFill/>
          <a:ln cap="flat" cmpd="sng" w="44450">
            <a:solidFill>
              <a:schemeClr val="dk1"/>
            </a:solidFill>
            <a:prstDash val="solid"/>
            <a:miter lim="800000"/>
            <a:headEnd len="sm" w="sm" type="none"/>
            <a:tailEnd len="sm" w="sm" type="none"/>
          </a:ln>
        </p:spPr>
      </p:cxnSp>
      <p:sp>
        <p:nvSpPr>
          <p:cNvPr id="64" name="Google Shape;64;p30"/>
          <p:cNvSpPr txBox="1"/>
          <p:nvPr>
            <p:ph idx="1" type="body"/>
          </p:nvPr>
        </p:nvSpPr>
        <p:spPr>
          <a:xfrm>
            <a:off x="5242517" y="1599947"/>
            <a:ext cx="1706965" cy="492025"/>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0"/>
          <p:cNvSpPr txBox="1"/>
          <p:nvPr>
            <p:ph idx="2" type="body"/>
          </p:nvPr>
        </p:nvSpPr>
        <p:spPr>
          <a:xfrm>
            <a:off x="3738732" y="2378452"/>
            <a:ext cx="1183179"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050"/>
              <a:buNone/>
              <a:defRPr sz="105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30"/>
          <p:cNvSpPr txBox="1"/>
          <p:nvPr>
            <p:ph idx="3" type="body"/>
          </p:nvPr>
        </p:nvSpPr>
        <p:spPr>
          <a:xfrm>
            <a:off x="7522269" y="2169263"/>
            <a:ext cx="1706965" cy="104857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400"/>
              <a:buNone/>
              <a:defRPr b="1"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30"/>
          <p:cNvSpPr txBox="1"/>
          <p:nvPr>
            <p:ph idx="4" type="body"/>
          </p:nvPr>
        </p:nvSpPr>
        <p:spPr>
          <a:xfrm>
            <a:off x="921894" y="3528829"/>
            <a:ext cx="1393863"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30"/>
          <p:cNvSpPr txBox="1"/>
          <p:nvPr>
            <p:ph idx="5" type="body"/>
          </p:nvPr>
        </p:nvSpPr>
        <p:spPr>
          <a:xfrm>
            <a:off x="9940449" y="3528829"/>
            <a:ext cx="1380681"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30"/>
          <p:cNvSpPr txBox="1"/>
          <p:nvPr>
            <p:ph idx="6" type="body"/>
          </p:nvPr>
        </p:nvSpPr>
        <p:spPr>
          <a:xfrm>
            <a:off x="2637747" y="4634331"/>
            <a:ext cx="1183179"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050"/>
              <a:buNone/>
              <a:defRPr sz="105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30"/>
          <p:cNvSpPr txBox="1"/>
          <p:nvPr>
            <p:ph idx="7" type="body"/>
          </p:nvPr>
        </p:nvSpPr>
        <p:spPr>
          <a:xfrm>
            <a:off x="4175224" y="4459860"/>
            <a:ext cx="1183179"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050"/>
              <a:buNone/>
              <a:defRPr sz="105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30"/>
          <p:cNvSpPr txBox="1"/>
          <p:nvPr>
            <p:ph idx="8" type="body"/>
          </p:nvPr>
        </p:nvSpPr>
        <p:spPr>
          <a:xfrm>
            <a:off x="6552714" y="4321788"/>
            <a:ext cx="1183179"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050"/>
              <a:buNone/>
              <a:defRPr sz="105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0"/>
          <p:cNvSpPr txBox="1"/>
          <p:nvPr>
            <p:ph idx="9" type="body"/>
          </p:nvPr>
        </p:nvSpPr>
        <p:spPr>
          <a:xfrm>
            <a:off x="5242517" y="5468790"/>
            <a:ext cx="1706965" cy="492025"/>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30"/>
          <p:cNvSpPr txBox="1"/>
          <p:nvPr>
            <p:ph idx="13" type="body"/>
          </p:nvPr>
        </p:nvSpPr>
        <p:spPr>
          <a:xfrm>
            <a:off x="7801857" y="5195673"/>
            <a:ext cx="1183179" cy="492025"/>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1050"/>
              <a:buNone/>
              <a:defRPr sz="105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spTree>
      <p:nvGrpSpPr>
        <p:cNvPr id="76" name="Shape 76"/>
        <p:cNvGrpSpPr/>
        <p:nvPr/>
      </p:nvGrpSpPr>
      <p:grpSpPr>
        <a:xfrm>
          <a:off x="0" y="0"/>
          <a:ext cx="0" cy="0"/>
          <a:chOff x="0" y="0"/>
          <a:chExt cx="0" cy="0"/>
        </a:xfrm>
      </p:grpSpPr>
      <p:pic>
        <p:nvPicPr>
          <p:cNvPr id="77" name="Google Shape;77;p31"/>
          <p:cNvPicPr preferRelativeResize="0"/>
          <p:nvPr/>
        </p:nvPicPr>
        <p:blipFill rotWithShape="1">
          <a:blip r:embed="rId2">
            <a:alphaModFix/>
          </a:blip>
          <a:srcRect b="23070" l="0" r="41824" t="18301"/>
          <a:stretch/>
        </p:blipFill>
        <p:spPr>
          <a:xfrm flipH="1">
            <a:off x="0" y="0"/>
            <a:ext cx="5441888" cy="6858000"/>
          </a:xfrm>
          <a:custGeom>
            <a:rect b="b" l="l" r="r" t="t"/>
            <a:pathLst>
              <a:path extrusionOk="0" h="6858000" w="5441888">
                <a:moveTo>
                  <a:pt x="5441888" y="0"/>
                </a:moveTo>
                <a:lnTo>
                  <a:pt x="0" y="0"/>
                </a:lnTo>
                <a:lnTo>
                  <a:pt x="0" y="6858000"/>
                </a:lnTo>
                <a:lnTo>
                  <a:pt x="5441888" y="6858000"/>
                </a:lnTo>
                <a:close/>
              </a:path>
            </a:pathLst>
          </a:custGeom>
          <a:noFill/>
          <a:ln>
            <a:noFill/>
          </a:ln>
        </p:spPr>
      </p:pic>
      <p:sp>
        <p:nvSpPr>
          <p:cNvPr id="78" name="Google Shape;78;p31"/>
          <p:cNvSpPr txBox="1"/>
          <p:nvPr>
            <p:ph type="title"/>
          </p:nvPr>
        </p:nvSpPr>
        <p:spPr>
          <a:xfrm>
            <a:off x="5920169" y="1152771"/>
            <a:ext cx="5431971" cy="84630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31"/>
          <p:cNvSpPr txBox="1"/>
          <p:nvPr>
            <p:ph idx="1" type="body"/>
          </p:nvPr>
        </p:nvSpPr>
        <p:spPr>
          <a:xfrm>
            <a:off x="5922254" y="2469515"/>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31"/>
          <p:cNvSpPr txBox="1"/>
          <p:nvPr>
            <p:ph idx="2" type="body"/>
          </p:nvPr>
        </p:nvSpPr>
        <p:spPr>
          <a:xfrm>
            <a:off x="5921828" y="2798940"/>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1"/>
          <p:cNvSpPr txBox="1"/>
          <p:nvPr>
            <p:ph idx="3" type="body"/>
          </p:nvPr>
        </p:nvSpPr>
        <p:spPr>
          <a:xfrm>
            <a:off x="5922254" y="3569311"/>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31"/>
          <p:cNvSpPr txBox="1"/>
          <p:nvPr>
            <p:ph idx="4" type="body"/>
          </p:nvPr>
        </p:nvSpPr>
        <p:spPr>
          <a:xfrm>
            <a:off x="5921828" y="3898736"/>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31"/>
          <p:cNvSpPr txBox="1"/>
          <p:nvPr>
            <p:ph idx="5" type="body"/>
          </p:nvPr>
        </p:nvSpPr>
        <p:spPr>
          <a:xfrm>
            <a:off x="5922254" y="4669107"/>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31"/>
          <p:cNvSpPr txBox="1"/>
          <p:nvPr>
            <p:ph idx="6" type="body"/>
          </p:nvPr>
        </p:nvSpPr>
        <p:spPr>
          <a:xfrm>
            <a:off x="5921828" y="4998532"/>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pos="30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bg>
      <p:bgPr>
        <a:solidFill>
          <a:schemeClr val="accent1"/>
        </a:solidFill>
      </p:bgPr>
    </p:bg>
    <p:spTree>
      <p:nvGrpSpPr>
        <p:cNvPr id="88" name="Shape 88"/>
        <p:cNvGrpSpPr/>
        <p:nvPr/>
      </p:nvGrpSpPr>
      <p:grpSpPr>
        <a:xfrm>
          <a:off x="0" y="0"/>
          <a:ext cx="0" cy="0"/>
          <a:chOff x="0" y="0"/>
          <a:chExt cx="0" cy="0"/>
        </a:xfrm>
      </p:grpSpPr>
      <p:sp>
        <p:nvSpPr>
          <p:cNvPr id="89" name="Google Shape;89;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32"/>
          <p:cNvSpPr txBox="1"/>
          <p:nvPr>
            <p:ph idx="1" type="body"/>
          </p:nvPr>
        </p:nvSpPr>
        <p:spPr>
          <a:xfrm>
            <a:off x="748749" y="1361938"/>
            <a:ext cx="6765925" cy="4968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800"/>
              <a:buNone/>
              <a:defRPr sz="18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400"/>
              <a:buNone/>
              <a:defRPr sz="1400"/>
            </a:lvl4pPr>
            <a:lvl5pPr indent="-228600" lvl="4" marL="2286000" algn="l">
              <a:lnSpc>
                <a:spcPct val="9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32"/>
          <p:cNvSpPr/>
          <p:nvPr>
            <p:ph idx="2" type="chart"/>
          </p:nvPr>
        </p:nvSpPr>
        <p:spPr>
          <a:xfrm>
            <a:off x="838200" y="2286002"/>
            <a:ext cx="6094270" cy="3542143"/>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2" name="Google Shape;92;p32"/>
          <p:cNvSpPr txBox="1"/>
          <p:nvPr>
            <p:ph idx="3" type="body"/>
          </p:nvPr>
        </p:nvSpPr>
        <p:spPr>
          <a:xfrm>
            <a:off x="7858125" y="2284624"/>
            <a:ext cx="3147332" cy="3063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400"/>
              <a:buNone/>
              <a:defRPr sz="1400" cap="none">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32"/>
          <p:cNvSpPr txBox="1"/>
          <p:nvPr>
            <p:ph idx="4" type="body"/>
          </p:nvPr>
        </p:nvSpPr>
        <p:spPr>
          <a:xfrm>
            <a:off x="7858125" y="2779713"/>
            <a:ext cx="3148013" cy="3095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595959"/>
              </a:buClr>
              <a:buSzPts val="1200"/>
              <a:buNone/>
              <a:defRPr sz="1200">
                <a:solidFill>
                  <a:srgbClr val="595959"/>
                </a:solidFill>
              </a:defRPr>
            </a:lvl1pPr>
            <a:lvl2pPr indent="-228600" lvl="1" marL="914400" algn="l">
              <a:lnSpc>
                <a:spcPct val="90000"/>
              </a:lnSpc>
              <a:spcBef>
                <a:spcPts val="500"/>
              </a:spcBef>
              <a:spcAft>
                <a:spcPts val="0"/>
              </a:spcAft>
              <a:buClr>
                <a:srgbClr val="595959"/>
              </a:buClr>
              <a:buSzPts val="1100"/>
              <a:buNone/>
              <a:defRPr sz="1100">
                <a:solidFill>
                  <a:srgbClr val="595959"/>
                </a:solidFill>
              </a:defRPr>
            </a:lvl2pPr>
            <a:lvl3pPr indent="-228600" lvl="2" marL="1371600" algn="l">
              <a:lnSpc>
                <a:spcPct val="90000"/>
              </a:lnSpc>
              <a:spcBef>
                <a:spcPts val="500"/>
              </a:spcBef>
              <a:spcAft>
                <a:spcPts val="0"/>
              </a:spcAft>
              <a:buClr>
                <a:srgbClr val="595959"/>
              </a:buClr>
              <a:buSzPts val="1050"/>
              <a:buNone/>
              <a:defRPr sz="1050">
                <a:solidFill>
                  <a:srgbClr val="595959"/>
                </a:solidFill>
              </a:defRPr>
            </a:lvl3pPr>
            <a:lvl4pPr indent="-228600" lvl="3" marL="1828800" algn="l">
              <a:lnSpc>
                <a:spcPct val="90000"/>
              </a:lnSpc>
              <a:spcBef>
                <a:spcPts val="500"/>
              </a:spcBef>
              <a:spcAft>
                <a:spcPts val="0"/>
              </a:spcAft>
              <a:buClr>
                <a:srgbClr val="595959"/>
              </a:buClr>
              <a:buSzPts val="1000"/>
              <a:buNone/>
              <a:defRPr sz="1000">
                <a:solidFill>
                  <a:srgbClr val="595959"/>
                </a:solidFill>
              </a:defRPr>
            </a:lvl4pPr>
            <a:lvl5pPr indent="-228600" lvl="4" marL="2286000" algn="l">
              <a:lnSpc>
                <a:spcPct val="90000"/>
              </a:lnSpc>
              <a:spcBef>
                <a:spcPts val="500"/>
              </a:spcBef>
              <a:spcAft>
                <a:spcPts val="0"/>
              </a:spcAft>
              <a:buClr>
                <a:srgbClr val="595959"/>
              </a:buClr>
              <a:buSzPts val="1000"/>
              <a:buNone/>
              <a:defRPr sz="1000">
                <a:solidFill>
                  <a:srgbClr val="595959"/>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Timeline 2">
    <p:spTree>
      <p:nvGrpSpPr>
        <p:cNvPr id="97" name="Shape 97"/>
        <p:cNvGrpSpPr/>
        <p:nvPr/>
      </p:nvGrpSpPr>
      <p:grpSpPr>
        <a:xfrm>
          <a:off x="0" y="0"/>
          <a:ext cx="0" cy="0"/>
          <a:chOff x="0" y="0"/>
          <a:chExt cx="0" cy="0"/>
        </a:xfrm>
      </p:grpSpPr>
      <p:sp>
        <p:nvSpPr>
          <p:cNvPr id="98" name="Google Shape;98;p33"/>
          <p:cNvSpPr/>
          <p:nvPr/>
        </p:nvSpPr>
        <p:spPr>
          <a:xfrm>
            <a:off x="0" y="3057683"/>
            <a:ext cx="12191998" cy="201019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 name="Google Shape;99;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33"/>
          <p:cNvSpPr txBox="1"/>
          <p:nvPr>
            <p:ph idx="1" type="body"/>
          </p:nvPr>
        </p:nvSpPr>
        <p:spPr>
          <a:xfrm>
            <a:off x="914399" y="3354712"/>
            <a:ext cx="731520" cy="4572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1"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33"/>
          <p:cNvSpPr txBox="1"/>
          <p:nvPr>
            <p:ph idx="2" type="body"/>
          </p:nvPr>
        </p:nvSpPr>
        <p:spPr>
          <a:xfrm>
            <a:off x="196596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33"/>
          <p:cNvSpPr txBox="1"/>
          <p:nvPr>
            <p:ph idx="3" type="body"/>
          </p:nvPr>
        </p:nvSpPr>
        <p:spPr>
          <a:xfrm>
            <a:off x="275388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33"/>
          <p:cNvSpPr txBox="1"/>
          <p:nvPr>
            <p:ph idx="4" type="body"/>
          </p:nvPr>
        </p:nvSpPr>
        <p:spPr>
          <a:xfrm>
            <a:off x="354180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33"/>
          <p:cNvSpPr txBox="1"/>
          <p:nvPr>
            <p:ph idx="5" type="body"/>
          </p:nvPr>
        </p:nvSpPr>
        <p:spPr>
          <a:xfrm>
            <a:off x="432972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33"/>
          <p:cNvSpPr txBox="1"/>
          <p:nvPr>
            <p:ph idx="6" type="body"/>
          </p:nvPr>
        </p:nvSpPr>
        <p:spPr>
          <a:xfrm>
            <a:off x="511764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33"/>
          <p:cNvSpPr txBox="1"/>
          <p:nvPr>
            <p:ph idx="7" type="body"/>
          </p:nvPr>
        </p:nvSpPr>
        <p:spPr>
          <a:xfrm>
            <a:off x="590556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33"/>
          <p:cNvSpPr txBox="1"/>
          <p:nvPr>
            <p:ph idx="8" type="body"/>
          </p:nvPr>
        </p:nvSpPr>
        <p:spPr>
          <a:xfrm>
            <a:off x="669348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33"/>
          <p:cNvSpPr txBox="1"/>
          <p:nvPr>
            <p:ph idx="9" type="body"/>
          </p:nvPr>
        </p:nvSpPr>
        <p:spPr>
          <a:xfrm>
            <a:off x="748140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33"/>
          <p:cNvSpPr txBox="1"/>
          <p:nvPr>
            <p:ph idx="13" type="body"/>
          </p:nvPr>
        </p:nvSpPr>
        <p:spPr>
          <a:xfrm>
            <a:off x="826932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33"/>
          <p:cNvSpPr txBox="1"/>
          <p:nvPr>
            <p:ph idx="14" type="body"/>
          </p:nvPr>
        </p:nvSpPr>
        <p:spPr>
          <a:xfrm>
            <a:off x="905724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33"/>
          <p:cNvSpPr txBox="1"/>
          <p:nvPr>
            <p:ph idx="15" type="body"/>
          </p:nvPr>
        </p:nvSpPr>
        <p:spPr>
          <a:xfrm>
            <a:off x="9845160"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33"/>
          <p:cNvSpPr txBox="1"/>
          <p:nvPr>
            <p:ph idx="16" type="body"/>
          </p:nvPr>
        </p:nvSpPr>
        <p:spPr>
          <a:xfrm>
            <a:off x="10633085" y="3502152"/>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33"/>
          <p:cNvSpPr txBox="1"/>
          <p:nvPr>
            <p:ph idx="17" type="body"/>
          </p:nvPr>
        </p:nvSpPr>
        <p:spPr>
          <a:xfrm>
            <a:off x="914400" y="4292468"/>
            <a:ext cx="731520" cy="4572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1"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33"/>
          <p:cNvSpPr txBox="1"/>
          <p:nvPr>
            <p:ph idx="18" type="body"/>
          </p:nvPr>
        </p:nvSpPr>
        <p:spPr>
          <a:xfrm>
            <a:off x="1969915"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33"/>
          <p:cNvSpPr txBox="1"/>
          <p:nvPr>
            <p:ph idx="19" type="body"/>
          </p:nvPr>
        </p:nvSpPr>
        <p:spPr>
          <a:xfrm>
            <a:off x="2757602"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33"/>
          <p:cNvSpPr txBox="1"/>
          <p:nvPr>
            <p:ph idx="20" type="body"/>
          </p:nvPr>
        </p:nvSpPr>
        <p:spPr>
          <a:xfrm>
            <a:off x="3545289"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33"/>
          <p:cNvSpPr txBox="1"/>
          <p:nvPr>
            <p:ph idx="21" type="body"/>
          </p:nvPr>
        </p:nvSpPr>
        <p:spPr>
          <a:xfrm>
            <a:off x="4332976"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33"/>
          <p:cNvSpPr txBox="1"/>
          <p:nvPr>
            <p:ph idx="22" type="body"/>
          </p:nvPr>
        </p:nvSpPr>
        <p:spPr>
          <a:xfrm>
            <a:off x="5120663"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33"/>
          <p:cNvSpPr txBox="1"/>
          <p:nvPr>
            <p:ph idx="23" type="body"/>
          </p:nvPr>
        </p:nvSpPr>
        <p:spPr>
          <a:xfrm>
            <a:off x="5908350"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33"/>
          <p:cNvSpPr txBox="1"/>
          <p:nvPr>
            <p:ph idx="24" type="body"/>
          </p:nvPr>
        </p:nvSpPr>
        <p:spPr>
          <a:xfrm>
            <a:off x="6696037"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33"/>
          <p:cNvSpPr txBox="1"/>
          <p:nvPr>
            <p:ph idx="25" type="body"/>
          </p:nvPr>
        </p:nvSpPr>
        <p:spPr>
          <a:xfrm>
            <a:off x="7483724"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33"/>
          <p:cNvSpPr txBox="1"/>
          <p:nvPr>
            <p:ph idx="26" type="body"/>
          </p:nvPr>
        </p:nvSpPr>
        <p:spPr>
          <a:xfrm>
            <a:off x="8271411"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33"/>
          <p:cNvSpPr txBox="1"/>
          <p:nvPr>
            <p:ph idx="27" type="body"/>
          </p:nvPr>
        </p:nvSpPr>
        <p:spPr>
          <a:xfrm>
            <a:off x="9059098"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33"/>
          <p:cNvSpPr txBox="1"/>
          <p:nvPr>
            <p:ph idx="28" type="body"/>
          </p:nvPr>
        </p:nvSpPr>
        <p:spPr>
          <a:xfrm>
            <a:off x="9846785"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33"/>
          <p:cNvSpPr txBox="1"/>
          <p:nvPr>
            <p:ph idx="29" type="body"/>
          </p:nvPr>
        </p:nvSpPr>
        <p:spPr>
          <a:xfrm>
            <a:off x="10634472" y="4425696"/>
            <a:ext cx="640080" cy="20177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33"/>
          <p:cNvSpPr/>
          <p:nvPr/>
        </p:nvSpPr>
        <p:spPr>
          <a:xfrm>
            <a:off x="929640" y="4034785"/>
            <a:ext cx="10332720" cy="45719"/>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3F3F3F"/>
              </a:solidFill>
              <a:latin typeface="Arial"/>
              <a:ea typeface="Arial"/>
              <a:cs typeface="Arial"/>
              <a:sym typeface="Arial"/>
            </a:endParaRPr>
          </a:p>
        </p:txBody>
      </p:sp>
      <p:sp>
        <p:nvSpPr>
          <p:cNvPr id="127" name="Google Shape;12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lide 4 People">
  <p:cSld name="Team Slide 4 People">
    <p:bg>
      <p:bgPr>
        <a:solidFill>
          <a:schemeClr val="lt1"/>
        </a:solidFill>
      </p:bgPr>
    </p:bg>
    <p:spTree>
      <p:nvGrpSpPr>
        <p:cNvPr id="130" name="Shape 130"/>
        <p:cNvGrpSpPr/>
        <p:nvPr/>
      </p:nvGrpSpPr>
      <p:grpSpPr>
        <a:xfrm>
          <a:off x="0" y="0"/>
          <a:ext cx="0" cy="0"/>
          <a:chOff x="0" y="0"/>
          <a:chExt cx="0" cy="0"/>
        </a:xfrm>
      </p:grpSpPr>
      <p:sp>
        <p:nvSpPr>
          <p:cNvPr id="131" name="Google Shape;131;p34"/>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34"/>
          <p:cNvSpPr/>
          <p:nvPr>
            <p:ph idx="2" type="pic"/>
          </p:nvPr>
        </p:nvSpPr>
        <p:spPr>
          <a:xfrm>
            <a:off x="1487181" y="2886074"/>
            <a:ext cx="1845511" cy="1845511"/>
          </a:xfrm>
          <a:prstGeom prst="rect">
            <a:avLst/>
          </a:prstGeom>
          <a:solidFill>
            <a:srgbClr val="F2F2F2"/>
          </a:solidFill>
          <a:ln>
            <a:noFill/>
          </a:ln>
        </p:spPr>
      </p:sp>
      <p:sp>
        <p:nvSpPr>
          <p:cNvPr id="133" name="Google Shape;133;p34"/>
          <p:cNvSpPr txBox="1"/>
          <p:nvPr>
            <p:ph idx="1" type="body"/>
          </p:nvPr>
        </p:nvSpPr>
        <p:spPr>
          <a:xfrm>
            <a:off x="1311558" y="5084524"/>
            <a:ext cx="2196619"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4" name="Google Shape;134;p34"/>
          <p:cNvSpPr txBox="1"/>
          <p:nvPr>
            <p:ph idx="3" type="body"/>
          </p:nvPr>
        </p:nvSpPr>
        <p:spPr>
          <a:xfrm>
            <a:off x="1487181" y="5464114"/>
            <a:ext cx="1845511"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5" name="Google Shape;135;p34"/>
          <p:cNvSpPr/>
          <p:nvPr>
            <p:ph idx="4" type="pic"/>
          </p:nvPr>
        </p:nvSpPr>
        <p:spPr>
          <a:xfrm>
            <a:off x="3836914" y="2886074"/>
            <a:ext cx="1845511" cy="1845511"/>
          </a:xfrm>
          <a:prstGeom prst="rect">
            <a:avLst/>
          </a:prstGeom>
          <a:solidFill>
            <a:srgbClr val="F2F2F2"/>
          </a:solidFill>
          <a:ln>
            <a:noFill/>
          </a:ln>
        </p:spPr>
      </p:sp>
      <p:sp>
        <p:nvSpPr>
          <p:cNvPr id="136" name="Google Shape;136;p34"/>
          <p:cNvSpPr txBox="1"/>
          <p:nvPr>
            <p:ph idx="5" type="body"/>
          </p:nvPr>
        </p:nvSpPr>
        <p:spPr>
          <a:xfrm>
            <a:off x="3707607" y="5099206"/>
            <a:ext cx="2145049"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7" name="Google Shape;137;p34"/>
          <p:cNvSpPr txBox="1"/>
          <p:nvPr>
            <p:ph idx="6" type="body"/>
          </p:nvPr>
        </p:nvSpPr>
        <p:spPr>
          <a:xfrm>
            <a:off x="3836913" y="5478796"/>
            <a:ext cx="1855949"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8" name="Google Shape;138;p34"/>
          <p:cNvSpPr/>
          <p:nvPr>
            <p:ph idx="7" type="pic"/>
          </p:nvPr>
        </p:nvSpPr>
        <p:spPr>
          <a:xfrm>
            <a:off x="6327578" y="2886074"/>
            <a:ext cx="1845511" cy="1845511"/>
          </a:xfrm>
          <a:prstGeom prst="rect">
            <a:avLst/>
          </a:prstGeom>
          <a:solidFill>
            <a:srgbClr val="F2F2F2"/>
          </a:solidFill>
          <a:ln>
            <a:noFill/>
          </a:ln>
        </p:spPr>
      </p:sp>
      <p:sp>
        <p:nvSpPr>
          <p:cNvPr id="139" name="Google Shape;139;p34"/>
          <p:cNvSpPr txBox="1"/>
          <p:nvPr>
            <p:ph idx="8" type="body"/>
          </p:nvPr>
        </p:nvSpPr>
        <p:spPr>
          <a:xfrm>
            <a:off x="6198271" y="5099206"/>
            <a:ext cx="2132985"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0" name="Google Shape;140;p34"/>
          <p:cNvSpPr txBox="1"/>
          <p:nvPr>
            <p:ph idx="9" type="body"/>
          </p:nvPr>
        </p:nvSpPr>
        <p:spPr>
          <a:xfrm>
            <a:off x="6327577" y="5478796"/>
            <a:ext cx="1845511"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1" name="Google Shape;141;p34"/>
          <p:cNvSpPr/>
          <p:nvPr>
            <p:ph idx="13" type="pic"/>
          </p:nvPr>
        </p:nvSpPr>
        <p:spPr>
          <a:xfrm>
            <a:off x="8747458" y="2886074"/>
            <a:ext cx="1845511" cy="1845511"/>
          </a:xfrm>
          <a:prstGeom prst="rect">
            <a:avLst/>
          </a:prstGeom>
          <a:solidFill>
            <a:srgbClr val="F2F2F2"/>
          </a:solidFill>
          <a:ln>
            <a:noFill/>
          </a:ln>
        </p:spPr>
      </p:sp>
      <p:sp>
        <p:nvSpPr>
          <p:cNvPr id="142" name="Google Shape;142;p34"/>
          <p:cNvSpPr txBox="1"/>
          <p:nvPr>
            <p:ph idx="14" type="body"/>
          </p:nvPr>
        </p:nvSpPr>
        <p:spPr>
          <a:xfrm>
            <a:off x="8618152" y="5084524"/>
            <a:ext cx="2132984"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3" name="Google Shape;143;p34"/>
          <p:cNvSpPr txBox="1"/>
          <p:nvPr>
            <p:ph idx="15" type="body"/>
          </p:nvPr>
        </p:nvSpPr>
        <p:spPr>
          <a:xfrm>
            <a:off x="8747458" y="5464114"/>
            <a:ext cx="184551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cxnSp>
        <p:nvCxnSpPr>
          <p:cNvPr id="144" name="Google Shape;144;p34"/>
          <p:cNvCxnSpPr/>
          <p:nvPr/>
        </p:nvCxnSpPr>
        <p:spPr>
          <a:xfrm rot="10800000">
            <a:off x="7334250" y="0"/>
            <a:ext cx="4857750" cy="762000"/>
          </a:xfrm>
          <a:prstGeom prst="straightConnector1">
            <a:avLst/>
          </a:prstGeom>
          <a:noFill/>
          <a:ln cap="flat" cmpd="sng" w="9525">
            <a:solidFill>
              <a:schemeClr val="dk1"/>
            </a:solidFill>
            <a:prstDash val="solid"/>
            <a:miter lim="800000"/>
            <a:headEnd len="sm" w="sm" type="none"/>
            <a:tailEnd len="sm" w="sm" type="none"/>
          </a:ln>
        </p:spPr>
      </p:cxnSp>
      <p:cxnSp>
        <p:nvCxnSpPr>
          <p:cNvPr id="145" name="Google Shape;145;p34"/>
          <p:cNvCxnSpPr/>
          <p:nvPr/>
        </p:nvCxnSpPr>
        <p:spPr>
          <a:xfrm>
            <a:off x="11487150" y="0"/>
            <a:ext cx="704850" cy="1724025"/>
          </a:xfrm>
          <a:prstGeom prst="straightConnector1">
            <a:avLst/>
          </a:prstGeom>
          <a:noFill/>
          <a:ln cap="flat" cmpd="sng" w="9525">
            <a:solidFill>
              <a:schemeClr val="dk1"/>
            </a:solidFill>
            <a:prstDash val="solid"/>
            <a:miter lim="800000"/>
            <a:headEnd len="sm" w="sm" type="none"/>
            <a:tailEnd len="sm" w="sm" type="none"/>
          </a:ln>
        </p:spPr>
      </p:cxnSp>
      <p:sp>
        <p:nvSpPr>
          <p:cNvPr id="146" name="Google Shape;146;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pos="9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ummary">
    <p:spTree>
      <p:nvGrpSpPr>
        <p:cNvPr id="149" name="Shape 149"/>
        <p:cNvGrpSpPr/>
        <p:nvPr/>
      </p:nvGrpSpPr>
      <p:grpSpPr>
        <a:xfrm>
          <a:off x="0" y="0"/>
          <a:ext cx="0" cy="0"/>
          <a:chOff x="0" y="0"/>
          <a:chExt cx="0" cy="0"/>
        </a:xfrm>
      </p:grpSpPr>
      <p:sp>
        <p:nvSpPr>
          <p:cNvPr id="150" name="Google Shape;150;p35"/>
          <p:cNvSpPr txBox="1"/>
          <p:nvPr>
            <p:ph type="title"/>
          </p:nvPr>
        </p:nvSpPr>
        <p:spPr>
          <a:xfrm>
            <a:off x="5476875" y="1671639"/>
            <a:ext cx="5111750" cy="120491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35"/>
          <p:cNvSpPr txBox="1"/>
          <p:nvPr>
            <p:ph idx="1" type="body"/>
          </p:nvPr>
        </p:nvSpPr>
        <p:spPr>
          <a:xfrm>
            <a:off x="5476875" y="3682546"/>
            <a:ext cx="5111750" cy="1525588"/>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cxnSp>
        <p:nvCxnSpPr>
          <p:cNvPr id="152" name="Google Shape;152;p35"/>
          <p:cNvCxnSpPr/>
          <p:nvPr/>
        </p:nvCxnSpPr>
        <p:spPr>
          <a:xfrm rot="10800000">
            <a:off x="0" y="876300"/>
            <a:ext cx="4762500" cy="1628775"/>
          </a:xfrm>
          <a:prstGeom prst="straightConnector1">
            <a:avLst/>
          </a:prstGeom>
          <a:noFill/>
          <a:ln cap="flat" cmpd="sng" w="9525">
            <a:solidFill>
              <a:schemeClr val="dk1"/>
            </a:solidFill>
            <a:prstDash val="solid"/>
            <a:miter lim="800000"/>
            <a:headEnd len="sm" w="sm" type="none"/>
            <a:tailEnd len="sm" w="sm" type="none"/>
          </a:ln>
        </p:spPr>
      </p:cxnSp>
      <p:cxnSp>
        <p:nvCxnSpPr>
          <p:cNvPr id="153" name="Google Shape;153;p35"/>
          <p:cNvCxnSpPr/>
          <p:nvPr/>
        </p:nvCxnSpPr>
        <p:spPr>
          <a:xfrm rot="10800000">
            <a:off x="2638425" y="0"/>
            <a:ext cx="2124076" cy="5186363"/>
          </a:xfrm>
          <a:prstGeom prst="straightConnector1">
            <a:avLst/>
          </a:prstGeom>
          <a:noFill/>
          <a:ln cap="flat" cmpd="sng" w="9525">
            <a:solidFill>
              <a:schemeClr val="dk1"/>
            </a:solidFill>
            <a:prstDash val="solid"/>
            <a:miter lim="800000"/>
            <a:headEnd len="sm" w="sm" type="none"/>
            <a:tailEnd len="sm" w="sm" type="none"/>
          </a:ln>
        </p:spPr>
      </p:cxnSp>
      <p:sp>
        <p:nvSpPr>
          <p:cNvPr id="154" name="Google Shape;15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pos="300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bg>
      <p:bgPr>
        <a:solidFill>
          <a:schemeClr val="dk1"/>
        </a:solidFill>
      </p:bgPr>
    </p:bg>
    <p:spTree>
      <p:nvGrpSpPr>
        <p:cNvPr id="157" name="Shape 157"/>
        <p:cNvGrpSpPr/>
        <p:nvPr/>
      </p:nvGrpSpPr>
      <p:grpSpPr>
        <a:xfrm>
          <a:off x="0" y="0"/>
          <a:ext cx="0" cy="0"/>
          <a:chOff x="0" y="0"/>
          <a:chExt cx="0" cy="0"/>
        </a:xfrm>
      </p:grpSpPr>
      <p:sp>
        <p:nvSpPr>
          <p:cNvPr id="158" name="Google Shape;158;p36"/>
          <p:cNvSpPr txBox="1"/>
          <p:nvPr>
            <p:ph type="ctrTitle"/>
          </p:nvPr>
        </p:nvSpPr>
        <p:spPr>
          <a:xfrm>
            <a:off x="4267200" y="1615736"/>
            <a:ext cx="4179570" cy="152473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36"/>
          <p:cNvSpPr txBox="1"/>
          <p:nvPr>
            <p:ph idx="1" type="subTitle"/>
          </p:nvPr>
        </p:nvSpPr>
        <p:spPr>
          <a:xfrm>
            <a:off x="4267200" y="3238103"/>
            <a:ext cx="4179570" cy="2004161"/>
          </a:xfrm>
          <a:prstGeom prst="rect">
            <a:avLst/>
          </a:prstGeom>
          <a:noFill/>
          <a:ln>
            <a:noFill/>
          </a:ln>
        </p:spPr>
        <p:txBody>
          <a:bodyPr anchorCtr="0" anchor="t" bIns="45700" lIns="91425" spcFirstLastPara="1" rIns="91425" wrap="square" tIns="45700">
            <a:normAutofit/>
          </a:bodyPr>
          <a:lstStyle>
            <a:lvl1pPr lvl="0" algn="l">
              <a:lnSpc>
                <a:spcPct val="150000"/>
              </a:lnSpc>
              <a:spcBef>
                <a:spcPts val="1000"/>
              </a:spcBef>
              <a:spcAft>
                <a:spcPts val="0"/>
              </a:spcAft>
              <a:buClr>
                <a:schemeClr val="lt1"/>
              </a:buClr>
              <a:buSzPts val="1400"/>
              <a:buNone/>
              <a:defRPr sz="1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60" name="Google Shape;160;p36"/>
          <p:cNvPicPr preferRelativeResize="0"/>
          <p:nvPr/>
        </p:nvPicPr>
        <p:blipFill rotWithShape="1">
          <a:blip r:embed="rId2">
            <a:alphaModFix/>
          </a:blip>
          <a:srcRect b="0" l="0" r="0" t="0"/>
          <a:stretch/>
        </p:blipFill>
        <p:spPr>
          <a:xfrm>
            <a:off x="0" y="0"/>
            <a:ext cx="3176938" cy="6858000"/>
          </a:xfrm>
          <a:prstGeom prst="rect">
            <a:avLst/>
          </a:prstGeom>
          <a:noFill/>
          <a:ln>
            <a:noFill/>
          </a:ln>
        </p:spPr>
      </p:pic>
      <p:sp>
        <p:nvSpPr>
          <p:cNvPr id="161" name="Google Shape;161;p36"/>
          <p:cNvSpPr txBox="1"/>
          <p:nvPr>
            <p:ph idx="10" type="dt"/>
          </p:nvPr>
        </p:nvSpPr>
        <p:spPr>
          <a:xfrm>
            <a:off x="4267200" y="6356350"/>
            <a:ext cx="17743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6"/>
          <p:cNvSpPr txBox="1"/>
          <p:nvPr>
            <p:ph idx="11" type="ftr"/>
          </p:nvPr>
        </p:nvSpPr>
        <p:spPr>
          <a:xfrm>
            <a:off x="6479721" y="6356350"/>
            <a:ext cx="266155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36"/>
          <p:cNvSpPr txBox="1"/>
          <p:nvPr>
            <p:ph idx="12" type="sldNum"/>
          </p:nvPr>
        </p:nvSpPr>
        <p:spPr>
          <a:xfrm>
            <a:off x="9579428" y="6356350"/>
            <a:ext cx="1774371"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type="obj">
  <p:cSld name="OBJECT">
    <p:bg>
      <p:bgPr>
        <a:solidFill>
          <a:schemeClr val="dk1"/>
        </a:solidFill>
      </p:bgPr>
    </p:bg>
    <p:spTree>
      <p:nvGrpSpPr>
        <p:cNvPr id="164" name="Shape 164"/>
        <p:cNvGrpSpPr/>
        <p:nvPr/>
      </p:nvGrpSpPr>
      <p:grpSpPr>
        <a:xfrm>
          <a:off x="0" y="0"/>
          <a:ext cx="0" cy="0"/>
          <a:chOff x="0" y="0"/>
          <a:chExt cx="0" cy="0"/>
        </a:xfrm>
      </p:grpSpPr>
      <p:pic>
        <p:nvPicPr>
          <p:cNvPr id="165" name="Google Shape;165;p37"/>
          <p:cNvPicPr preferRelativeResize="0"/>
          <p:nvPr/>
        </p:nvPicPr>
        <p:blipFill rotWithShape="1">
          <a:blip r:embed="rId2">
            <a:alphaModFix/>
          </a:blip>
          <a:srcRect b="23070" l="0" r="28340" t="18301"/>
          <a:stretch/>
        </p:blipFill>
        <p:spPr>
          <a:xfrm>
            <a:off x="5488815" y="0"/>
            <a:ext cx="6703185" cy="6858000"/>
          </a:xfrm>
          <a:prstGeom prst="rect">
            <a:avLst/>
          </a:prstGeom>
          <a:noFill/>
          <a:ln>
            <a:noFill/>
          </a:ln>
        </p:spPr>
      </p:pic>
      <p:sp>
        <p:nvSpPr>
          <p:cNvPr id="166" name="Google Shape;166;p37"/>
          <p:cNvSpPr txBox="1"/>
          <p:nvPr>
            <p:ph type="title"/>
          </p:nvPr>
        </p:nvSpPr>
        <p:spPr>
          <a:xfrm>
            <a:off x="1333499" y="1020445"/>
            <a:ext cx="3171825"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Arial"/>
              <a:buNone/>
              <a:defRPr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37"/>
          <p:cNvSpPr txBox="1"/>
          <p:nvPr>
            <p:ph idx="1" type="body"/>
          </p:nvPr>
        </p:nvSpPr>
        <p:spPr>
          <a:xfrm>
            <a:off x="1333499" y="2924175"/>
            <a:ext cx="3171825" cy="251936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lt1"/>
              </a:buClr>
              <a:buSzPts val="1400"/>
              <a:buNone/>
              <a:defRPr sz="1400">
                <a:solidFill>
                  <a:schemeClr val="lt1"/>
                </a:solidFill>
              </a:defRPr>
            </a:lvl1pPr>
            <a:lvl2pPr indent="-228600" lvl="1" marL="914400" algn="l">
              <a:lnSpc>
                <a:spcPct val="120000"/>
              </a:lnSpc>
              <a:spcBef>
                <a:spcPts val="1000"/>
              </a:spcBef>
              <a:spcAft>
                <a:spcPts val="0"/>
              </a:spcAft>
              <a:buClr>
                <a:schemeClr val="lt1"/>
              </a:buClr>
              <a:buSzPts val="1400"/>
              <a:buNone/>
              <a:defRPr sz="1400">
                <a:solidFill>
                  <a:schemeClr val="lt1"/>
                </a:solidFill>
              </a:defRPr>
            </a:lvl2pPr>
            <a:lvl3pPr indent="-228600" lvl="2" marL="1371600" algn="l">
              <a:lnSpc>
                <a:spcPct val="120000"/>
              </a:lnSpc>
              <a:spcBef>
                <a:spcPts val="1000"/>
              </a:spcBef>
              <a:spcAft>
                <a:spcPts val="0"/>
              </a:spcAft>
              <a:buClr>
                <a:schemeClr val="lt1"/>
              </a:buClr>
              <a:buSzPts val="1400"/>
              <a:buNone/>
              <a:defRPr sz="1400">
                <a:solidFill>
                  <a:schemeClr val="lt1"/>
                </a:solidFill>
              </a:defRPr>
            </a:lvl3pPr>
            <a:lvl4pPr indent="-228600" lvl="3" marL="1828800" algn="l">
              <a:lnSpc>
                <a:spcPct val="120000"/>
              </a:lnSpc>
              <a:spcBef>
                <a:spcPts val="1000"/>
              </a:spcBef>
              <a:spcAft>
                <a:spcPts val="0"/>
              </a:spcAft>
              <a:buClr>
                <a:schemeClr val="lt1"/>
              </a:buClr>
              <a:buSzPts val="1400"/>
              <a:buNone/>
              <a:defRPr sz="1400">
                <a:solidFill>
                  <a:schemeClr val="lt1"/>
                </a:solidFill>
              </a:defRPr>
            </a:lvl4pPr>
            <a:lvl5pPr indent="-228600" lvl="4" marL="2286000" algn="l">
              <a:lnSpc>
                <a:spcPct val="120000"/>
              </a:lnSpc>
              <a:spcBef>
                <a:spcPts val="10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p37"/>
          <p:cNvSpPr txBox="1"/>
          <p:nvPr>
            <p:ph idx="10" type="dt"/>
          </p:nvPr>
        </p:nvSpPr>
        <p:spPr>
          <a:xfrm>
            <a:off x="1333500" y="6356350"/>
            <a:ext cx="9851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37"/>
          <p:cNvSpPr txBox="1"/>
          <p:nvPr>
            <p:ph idx="11" type="ftr"/>
          </p:nvPr>
        </p:nvSpPr>
        <p:spPr>
          <a:xfrm>
            <a:off x="2669886" y="6356349"/>
            <a:ext cx="248284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37"/>
          <p:cNvSpPr txBox="1"/>
          <p:nvPr>
            <p:ph idx="12" type="sldNum"/>
          </p:nvPr>
        </p:nvSpPr>
        <p:spPr>
          <a:xfrm>
            <a:off x="5536305" y="6356350"/>
            <a:ext cx="987552"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spTree>
      <p:nvGrpSpPr>
        <p:cNvPr id="171" name="Shape 171"/>
        <p:cNvGrpSpPr/>
        <p:nvPr/>
      </p:nvGrpSpPr>
      <p:grpSpPr>
        <a:xfrm>
          <a:off x="0" y="0"/>
          <a:ext cx="0" cy="0"/>
          <a:chOff x="0" y="0"/>
          <a:chExt cx="0" cy="0"/>
        </a:xfrm>
      </p:grpSpPr>
      <p:sp>
        <p:nvSpPr>
          <p:cNvPr id="172" name="Google Shape;172;p38"/>
          <p:cNvSpPr/>
          <p:nvPr/>
        </p:nvSpPr>
        <p:spPr>
          <a:xfrm>
            <a:off x="2113884" y="0"/>
            <a:ext cx="10078116" cy="6858000"/>
          </a:xfrm>
          <a:custGeom>
            <a:rect b="b" l="l" r="r" t="t"/>
            <a:pathLst>
              <a:path extrusionOk="0" h="6858000" w="10078116">
                <a:moveTo>
                  <a:pt x="3793236" y="6858000"/>
                </a:moveTo>
                <a:lnTo>
                  <a:pt x="0" y="0"/>
                </a:lnTo>
                <a:lnTo>
                  <a:pt x="10078116" y="0"/>
                </a:lnTo>
                <a:lnTo>
                  <a:pt x="10078116" y="6858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 name="Google Shape;173;p38"/>
          <p:cNvSpPr txBox="1"/>
          <p:nvPr>
            <p:ph type="title"/>
          </p:nvPr>
        </p:nvSpPr>
        <p:spPr>
          <a:xfrm>
            <a:off x="838200" y="5509419"/>
            <a:ext cx="4082142" cy="5857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38"/>
          <p:cNvSpPr txBox="1"/>
          <p:nvPr>
            <p:ph idx="1" type="body"/>
          </p:nvPr>
        </p:nvSpPr>
        <p:spPr>
          <a:xfrm>
            <a:off x="148318" y="1481138"/>
            <a:ext cx="2141764" cy="514350"/>
          </a:xfrm>
          <a:prstGeom prst="rect">
            <a:avLst/>
          </a:prstGeom>
          <a:noFill/>
          <a:ln>
            <a:noFill/>
          </a:ln>
        </p:spPr>
        <p:txBody>
          <a:bodyPr anchorCtr="0" anchor="ctr" bIns="45700" lIns="91425" spcFirstLastPara="1" rIns="91425" wrap="square" tIns="45700">
            <a:noAutofit/>
          </a:bodyPr>
          <a:lstStyle>
            <a:lvl1pPr indent="-228600" lvl="0" marL="457200" algn="r">
              <a:lnSpc>
                <a:spcPct val="90000"/>
              </a:lnSpc>
              <a:spcBef>
                <a:spcPts val="1000"/>
              </a:spcBef>
              <a:spcAft>
                <a:spcPts val="0"/>
              </a:spcAft>
              <a:buClr>
                <a:schemeClr val="dk1"/>
              </a:buClr>
              <a:buSzPts val="1600"/>
              <a:buNone/>
              <a:defRPr sz="1600" cap="none"/>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38"/>
          <p:cNvSpPr txBox="1"/>
          <p:nvPr>
            <p:ph idx="2" type="body"/>
          </p:nvPr>
        </p:nvSpPr>
        <p:spPr>
          <a:xfrm>
            <a:off x="714375" y="2557463"/>
            <a:ext cx="2141764" cy="514350"/>
          </a:xfrm>
          <a:prstGeom prst="rect">
            <a:avLst/>
          </a:prstGeom>
          <a:noFill/>
          <a:ln>
            <a:noFill/>
          </a:ln>
        </p:spPr>
        <p:txBody>
          <a:bodyPr anchorCtr="0" anchor="ctr" bIns="45700" lIns="91425" spcFirstLastPara="1" rIns="91425" wrap="square" tIns="45700">
            <a:noAutofit/>
          </a:bodyPr>
          <a:lstStyle>
            <a:lvl1pPr indent="-228600" lvl="0" marL="457200" algn="r">
              <a:lnSpc>
                <a:spcPct val="90000"/>
              </a:lnSpc>
              <a:spcBef>
                <a:spcPts val="1000"/>
              </a:spcBef>
              <a:spcAft>
                <a:spcPts val="0"/>
              </a:spcAft>
              <a:buClr>
                <a:schemeClr val="dk1"/>
              </a:buClr>
              <a:buSzPts val="1600"/>
              <a:buNone/>
              <a:defRPr sz="1600" cap="none"/>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38"/>
          <p:cNvSpPr txBox="1"/>
          <p:nvPr>
            <p:ph idx="3" type="body"/>
          </p:nvPr>
        </p:nvSpPr>
        <p:spPr>
          <a:xfrm>
            <a:off x="1320800" y="3633788"/>
            <a:ext cx="2141764" cy="514350"/>
          </a:xfrm>
          <a:prstGeom prst="rect">
            <a:avLst/>
          </a:prstGeom>
          <a:noFill/>
          <a:ln>
            <a:noFill/>
          </a:ln>
        </p:spPr>
        <p:txBody>
          <a:bodyPr anchorCtr="0" anchor="ctr" bIns="45700" lIns="91425" spcFirstLastPara="1" rIns="91425" wrap="square" tIns="45700">
            <a:noAutofit/>
          </a:bodyPr>
          <a:lstStyle>
            <a:lvl1pPr indent="-228600" lvl="0" marL="457200" algn="r">
              <a:lnSpc>
                <a:spcPct val="90000"/>
              </a:lnSpc>
              <a:spcBef>
                <a:spcPts val="1000"/>
              </a:spcBef>
              <a:spcAft>
                <a:spcPts val="0"/>
              </a:spcAft>
              <a:buClr>
                <a:schemeClr val="dk1"/>
              </a:buClr>
              <a:buSzPts val="1600"/>
              <a:buNone/>
              <a:defRPr sz="1600" cap="none"/>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38"/>
          <p:cNvSpPr txBox="1"/>
          <p:nvPr>
            <p:ph idx="4" type="body"/>
          </p:nvPr>
        </p:nvSpPr>
        <p:spPr>
          <a:xfrm>
            <a:off x="1905000" y="4710114"/>
            <a:ext cx="2141764" cy="514350"/>
          </a:xfrm>
          <a:prstGeom prst="rect">
            <a:avLst/>
          </a:prstGeom>
          <a:noFill/>
          <a:ln>
            <a:noFill/>
          </a:ln>
        </p:spPr>
        <p:txBody>
          <a:bodyPr anchorCtr="0" anchor="ctr" bIns="45700" lIns="91425" spcFirstLastPara="1" rIns="91425" wrap="square" tIns="45700">
            <a:noAutofit/>
          </a:bodyPr>
          <a:lstStyle>
            <a:lvl1pPr indent="-228600" lvl="0" marL="457200" algn="r">
              <a:lnSpc>
                <a:spcPct val="90000"/>
              </a:lnSpc>
              <a:spcBef>
                <a:spcPts val="1000"/>
              </a:spcBef>
              <a:spcAft>
                <a:spcPts val="0"/>
              </a:spcAft>
              <a:buClr>
                <a:schemeClr val="dk1"/>
              </a:buClr>
              <a:buSzPts val="1600"/>
              <a:buNone/>
              <a:defRPr sz="1600" cap="none"/>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38"/>
          <p:cNvSpPr txBox="1"/>
          <p:nvPr>
            <p:ph idx="5" type="body"/>
          </p:nvPr>
        </p:nvSpPr>
        <p:spPr>
          <a:xfrm>
            <a:off x="4401535" y="1594478"/>
            <a:ext cx="5539095" cy="101084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38"/>
          <p:cNvSpPr txBox="1"/>
          <p:nvPr>
            <p:ph idx="6" type="body"/>
          </p:nvPr>
        </p:nvSpPr>
        <p:spPr>
          <a:xfrm>
            <a:off x="4986028" y="2673328"/>
            <a:ext cx="5539095" cy="101084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p38"/>
          <p:cNvSpPr txBox="1"/>
          <p:nvPr>
            <p:ph idx="7" type="body"/>
          </p:nvPr>
        </p:nvSpPr>
        <p:spPr>
          <a:xfrm>
            <a:off x="5576937" y="3755394"/>
            <a:ext cx="5539095" cy="101084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38"/>
          <p:cNvSpPr txBox="1"/>
          <p:nvPr>
            <p:ph idx="8" type="body"/>
          </p:nvPr>
        </p:nvSpPr>
        <p:spPr>
          <a:xfrm>
            <a:off x="6175279" y="4824430"/>
            <a:ext cx="5539095" cy="101084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82" name="Google Shape;182;p38"/>
          <p:cNvCxnSpPr/>
          <p:nvPr/>
        </p:nvCxnSpPr>
        <p:spPr>
          <a:xfrm>
            <a:off x="4353515" y="5023933"/>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83" name="Google Shape;183;p38"/>
          <p:cNvCxnSpPr/>
          <p:nvPr/>
        </p:nvCxnSpPr>
        <p:spPr>
          <a:xfrm>
            <a:off x="3759917" y="3948451"/>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84" name="Google Shape;184;p38"/>
          <p:cNvCxnSpPr/>
          <p:nvPr/>
        </p:nvCxnSpPr>
        <p:spPr>
          <a:xfrm>
            <a:off x="3173453" y="2872686"/>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85" name="Google Shape;185;p38"/>
          <p:cNvCxnSpPr/>
          <p:nvPr/>
        </p:nvCxnSpPr>
        <p:spPr>
          <a:xfrm>
            <a:off x="2586263" y="1796083"/>
            <a:ext cx="1513211" cy="0"/>
          </a:xfrm>
          <a:prstGeom prst="straightConnector1">
            <a:avLst/>
          </a:prstGeom>
          <a:noFill/>
          <a:ln cap="flat" cmpd="sng" w="9525">
            <a:solidFill>
              <a:schemeClr val="dk1"/>
            </a:solidFill>
            <a:prstDash val="solid"/>
            <a:miter lim="800000"/>
            <a:headEnd len="sm" w="sm" type="none"/>
            <a:tailEnd len="sm" w="sm" type="none"/>
          </a:ln>
        </p:spPr>
      </p:cxnSp>
      <p:sp>
        <p:nvSpPr>
          <p:cNvPr id="186" name="Google Shape;186;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solidFill>
                  <a:srgbClr val="8989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8"/>
          <p:cNvSpPr txBox="1"/>
          <p:nvPr>
            <p:ph idx="11" type="ftr"/>
          </p:nvPr>
        </p:nvSpPr>
        <p:spPr>
          <a:xfrm>
            <a:off x="6175279" y="6356350"/>
            <a:ext cx="180871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8"/>
          <p:cNvSpPr txBox="1"/>
          <p:nvPr>
            <p:ph idx="12" type="sldNum"/>
          </p:nvPr>
        </p:nvSpPr>
        <p:spPr>
          <a:xfrm>
            <a:off x="10810874" y="6356350"/>
            <a:ext cx="542925"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Column">
  <p:cSld name="Content 2 Column">
    <p:bg>
      <p:bgPr>
        <a:solidFill>
          <a:schemeClr val="dk1"/>
        </a:solidFill>
      </p:bgPr>
    </p:bg>
    <p:spTree>
      <p:nvGrpSpPr>
        <p:cNvPr id="189" name="Shape 189"/>
        <p:cNvGrpSpPr/>
        <p:nvPr/>
      </p:nvGrpSpPr>
      <p:grpSpPr>
        <a:xfrm>
          <a:off x="0" y="0"/>
          <a:ext cx="0" cy="0"/>
          <a:chOff x="0" y="0"/>
          <a:chExt cx="0" cy="0"/>
        </a:xfrm>
      </p:grpSpPr>
      <p:sp>
        <p:nvSpPr>
          <p:cNvPr id="190" name="Google Shape;190;p39"/>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39"/>
          <p:cNvSpPr txBox="1"/>
          <p:nvPr>
            <p:ph idx="1" type="body"/>
          </p:nvPr>
        </p:nvSpPr>
        <p:spPr>
          <a:xfrm>
            <a:off x="1485900" y="2563123"/>
            <a:ext cx="4031945" cy="3651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39"/>
          <p:cNvSpPr txBox="1"/>
          <p:nvPr>
            <p:ph idx="2" type="body"/>
          </p:nvPr>
        </p:nvSpPr>
        <p:spPr>
          <a:xfrm>
            <a:off x="1485664" y="3070348"/>
            <a:ext cx="4031030" cy="1057308"/>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Font typeface="Arial"/>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39"/>
          <p:cNvSpPr txBox="1"/>
          <p:nvPr>
            <p:ph idx="3" type="body"/>
          </p:nvPr>
        </p:nvSpPr>
        <p:spPr>
          <a:xfrm>
            <a:off x="6673004" y="2563123"/>
            <a:ext cx="4031945" cy="3651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p39"/>
          <p:cNvSpPr txBox="1"/>
          <p:nvPr>
            <p:ph idx="4" type="body"/>
          </p:nvPr>
        </p:nvSpPr>
        <p:spPr>
          <a:xfrm>
            <a:off x="6673143" y="3070348"/>
            <a:ext cx="4031030" cy="1057308"/>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Font typeface="Arial"/>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39"/>
          <p:cNvSpPr txBox="1"/>
          <p:nvPr>
            <p:ph idx="5" type="body"/>
          </p:nvPr>
        </p:nvSpPr>
        <p:spPr>
          <a:xfrm>
            <a:off x="1485899" y="4319431"/>
            <a:ext cx="4031945" cy="3651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39"/>
          <p:cNvSpPr txBox="1"/>
          <p:nvPr>
            <p:ph idx="6" type="body"/>
          </p:nvPr>
        </p:nvSpPr>
        <p:spPr>
          <a:xfrm>
            <a:off x="1486412" y="4826656"/>
            <a:ext cx="4031030" cy="1057308"/>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Font typeface="Arial"/>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39"/>
          <p:cNvSpPr txBox="1"/>
          <p:nvPr>
            <p:ph idx="7" type="body"/>
          </p:nvPr>
        </p:nvSpPr>
        <p:spPr>
          <a:xfrm>
            <a:off x="6672630" y="4319431"/>
            <a:ext cx="4031945" cy="3651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 name="Google Shape;198;p39"/>
          <p:cNvSpPr txBox="1"/>
          <p:nvPr>
            <p:ph idx="8" type="body"/>
          </p:nvPr>
        </p:nvSpPr>
        <p:spPr>
          <a:xfrm>
            <a:off x="6673143" y="4826656"/>
            <a:ext cx="4031030" cy="1057308"/>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Font typeface="Arial"/>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cxnSp>
        <p:nvCxnSpPr>
          <p:cNvPr id="202" name="Google Shape;202;p39"/>
          <p:cNvCxnSpPr/>
          <p:nvPr/>
        </p:nvCxnSpPr>
        <p:spPr>
          <a:xfrm>
            <a:off x="8688388" y="0"/>
            <a:ext cx="3503612" cy="2352957"/>
          </a:xfrm>
          <a:prstGeom prst="straightConnector1">
            <a:avLst/>
          </a:prstGeom>
          <a:noFill/>
          <a:ln cap="flat" cmpd="sng" w="9525">
            <a:solidFill>
              <a:schemeClr val="accent1"/>
            </a:solidFill>
            <a:prstDash val="solid"/>
            <a:miter lim="800000"/>
            <a:headEnd len="sm" w="sm" type="none"/>
            <a:tailEnd len="sm" w="sm" type="none"/>
          </a:ln>
        </p:spPr>
      </p:cxnSp>
      <p:cxnSp>
        <p:nvCxnSpPr>
          <p:cNvPr id="203" name="Google Shape;203;p39"/>
          <p:cNvCxnSpPr/>
          <p:nvPr/>
        </p:nvCxnSpPr>
        <p:spPr>
          <a:xfrm>
            <a:off x="9720943" y="0"/>
            <a:ext cx="2471057" cy="2699032"/>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p:cSld name="Section Break">
    <p:bg>
      <p:bgPr>
        <a:solidFill>
          <a:schemeClr val="dk1"/>
        </a:solidFill>
      </p:bgPr>
    </p:bg>
    <p:spTree>
      <p:nvGrpSpPr>
        <p:cNvPr id="204" name="Shape 204"/>
        <p:cNvGrpSpPr/>
        <p:nvPr/>
      </p:nvGrpSpPr>
      <p:grpSpPr>
        <a:xfrm>
          <a:off x="0" y="0"/>
          <a:ext cx="0" cy="0"/>
          <a:chOff x="0" y="0"/>
          <a:chExt cx="0" cy="0"/>
        </a:xfrm>
      </p:grpSpPr>
      <p:sp>
        <p:nvSpPr>
          <p:cNvPr id="205" name="Google Shape;205;p40"/>
          <p:cNvSpPr txBox="1"/>
          <p:nvPr>
            <p:ph type="ctrTitle"/>
          </p:nvPr>
        </p:nvSpPr>
        <p:spPr>
          <a:xfrm>
            <a:off x="6991350" y="2571235"/>
            <a:ext cx="4179570" cy="171553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06" name="Google Shape;206;p40"/>
          <p:cNvPicPr preferRelativeResize="0"/>
          <p:nvPr/>
        </p:nvPicPr>
        <p:blipFill rotWithShape="1">
          <a:blip r:embed="rId2">
            <a:alphaModFix/>
          </a:blip>
          <a:srcRect b="0" l="0" r="0" t="0"/>
          <a:stretch/>
        </p:blipFill>
        <p:spPr>
          <a:xfrm>
            <a:off x="0" y="828675"/>
            <a:ext cx="5876925" cy="520065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07" name="Shape 207"/>
        <p:cNvGrpSpPr/>
        <p:nvPr/>
      </p:nvGrpSpPr>
      <p:grpSpPr>
        <a:xfrm>
          <a:off x="0" y="0"/>
          <a:ext cx="0" cy="0"/>
          <a:chOff x="0" y="0"/>
          <a:chExt cx="0" cy="0"/>
        </a:xfrm>
      </p:grpSpPr>
      <p:pic>
        <p:nvPicPr>
          <p:cNvPr id="208" name="Google Shape;208;p41"/>
          <p:cNvPicPr preferRelativeResize="0"/>
          <p:nvPr/>
        </p:nvPicPr>
        <p:blipFill rotWithShape="1">
          <a:blip r:embed="rId2">
            <a:alphaModFix/>
          </a:blip>
          <a:srcRect b="0" l="0" r="0" t="0"/>
          <a:stretch/>
        </p:blipFill>
        <p:spPr>
          <a:xfrm>
            <a:off x="0" y="0"/>
            <a:ext cx="5581650" cy="6858000"/>
          </a:xfrm>
          <a:prstGeom prst="rect">
            <a:avLst/>
          </a:prstGeom>
          <a:noFill/>
          <a:ln>
            <a:noFill/>
          </a:ln>
        </p:spPr>
      </p:pic>
      <p:sp>
        <p:nvSpPr>
          <p:cNvPr id="209" name="Google Shape;209;p41"/>
          <p:cNvSpPr txBox="1"/>
          <p:nvPr>
            <p:ph type="title"/>
          </p:nvPr>
        </p:nvSpPr>
        <p:spPr>
          <a:xfrm>
            <a:off x="5920169" y="1152771"/>
            <a:ext cx="5431971" cy="84630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10" name="Google Shape;210;p41"/>
          <p:cNvCxnSpPr/>
          <p:nvPr/>
        </p:nvCxnSpPr>
        <p:spPr>
          <a:xfrm flipH="1" rot="10800000">
            <a:off x="2209800" y="0"/>
            <a:ext cx="2438400" cy="6858000"/>
          </a:xfrm>
          <a:prstGeom prst="straightConnector1">
            <a:avLst/>
          </a:prstGeom>
          <a:noFill/>
          <a:ln cap="flat" cmpd="sng" w="9525">
            <a:solidFill>
              <a:schemeClr val="dk1"/>
            </a:solidFill>
            <a:prstDash val="solid"/>
            <a:miter lim="800000"/>
            <a:headEnd len="sm" w="sm" type="none"/>
            <a:tailEnd len="sm" w="sm" type="none"/>
          </a:ln>
        </p:spPr>
      </p:cxnSp>
      <p:sp>
        <p:nvSpPr>
          <p:cNvPr id="211" name="Google Shape;211;p41"/>
          <p:cNvSpPr txBox="1"/>
          <p:nvPr>
            <p:ph idx="1" type="body"/>
          </p:nvPr>
        </p:nvSpPr>
        <p:spPr>
          <a:xfrm>
            <a:off x="5922254" y="2469515"/>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41"/>
          <p:cNvSpPr txBox="1"/>
          <p:nvPr>
            <p:ph idx="2" type="body"/>
          </p:nvPr>
        </p:nvSpPr>
        <p:spPr>
          <a:xfrm>
            <a:off x="5921828" y="2798940"/>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3" name="Google Shape;213;p41"/>
          <p:cNvSpPr txBox="1"/>
          <p:nvPr>
            <p:ph idx="3" type="body"/>
          </p:nvPr>
        </p:nvSpPr>
        <p:spPr>
          <a:xfrm>
            <a:off x="5922254" y="3569311"/>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41"/>
          <p:cNvSpPr txBox="1"/>
          <p:nvPr>
            <p:ph idx="4" type="body"/>
          </p:nvPr>
        </p:nvSpPr>
        <p:spPr>
          <a:xfrm>
            <a:off x="5921828" y="3898736"/>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5" name="Google Shape;215;p41"/>
          <p:cNvSpPr txBox="1"/>
          <p:nvPr>
            <p:ph idx="5" type="body"/>
          </p:nvPr>
        </p:nvSpPr>
        <p:spPr>
          <a:xfrm>
            <a:off x="5922254" y="4669107"/>
            <a:ext cx="5433204" cy="3651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41"/>
          <p:cNvSpPr txBox="1"/>
          <p:nvPr>
            <p:ph idx="6" type="body"/>
          </p:nvPr>
        </p:nvSpPr>
        <p:spPr>
          <a:xfrm>
            <a:off x="5921828" y="4998532"/>
            <a:ext cx="5431971" cy="557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Font typeface="Arial"/>
              <a:buNone/>
              <a:defRPr sz="14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p41"/>
          <p:cNvSpPr txBox="1"/>
          <p:nvPr>
            <p:ph idx="10" type="dt"/>
          </p:nvPr>
        </p:nvSpPr>
        <p:spPr>
          <a:xfrm>
            <a:off x="5919680" y="6356350"/>
            <a:ext cx="94751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41"/>
          <p:cNvSpPr txBox="1"/>
          <p:nvPr>
            <p:ph idx="11" type="ftr"/>
          </p:nvPr>
        </p:nvSpPr>
        <p:spPr>
          <a:xfrm>
            <a:off x="7161955" y="6356350"/>
            <a:ext cx="324394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41"/>
          <p:cNvSpPr txBox="1"/>
          <p:nvPr>
            <p:ph idx="12" type="sldNum"/>
          </p:nvPr>
        </p:nvSpPr>
        <p:spPr>
          <a:xfrm>
            <a:off x="10700656" y="6356350"/>
            <a:ext cx="653143"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bg>
      <p:bgPr>
        <a:solidFill>
          <a:schemeClr val="lt1"/>
        </a:solidFill>
      </p:bgPr>
    </p:bg>
    <p:spTree>
      <p:nvGrpSpPr>
        <p:cNvPr id="220" name="Shape 220"/>
        <p:cNvGrpSpPr/>
        <p:nvPr/>
      </p:nvGrpSpPr>
      <p:grpSpPr>
        <a:xfrm>
          <a:off x="0" y="0"/>
          <a:ext cx="0" cy="0"/>
          <a:chOff x="0" y="0"/>
          <a:chExt cx="0" cy="0"/>
        </a:xfrm>
      </p:grpSpPr>
      <p:sp>
        <p:nvSpPr>
          <p:cNvPr id="221" name="Google Shape;221;p42"/>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Arial"/>
              <a:buNone/>
              <a:defRPr sz="28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2" name="Google Shape;222;p42"/>
          <p:cNvSpPr txBox="1"/>
          <p:nvPr>
            <p:ph idx="1" type="body"/>
          </p:nvPr>
        </p:nvSpPr>
        <p:spPr>
          <a:xfrm>
            <a:off x="1243104" y="2776936"/>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23" name="Google Shape;223;p42"/>
          <p:cNvSpPr txBox="1"/>
          <p:nvPr>
            <p:ph idx="2" type="body"/>
          </p:nvPr>
        </p:nvSpPr>
        <p:spPr>
          <a:xfrm>
            <a:off x="1243104" y="3834606"/>
            <a:ext cx="2882475" cy="19978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 name="Google Shape;224;p42"/>
          <p:cNvSpPr txBox="1"/>
          <p:nvPr>
            <p:ph idx="3" type="body"/>
          </p:nvPr>
        </p:nvSpPr>
        <p:spPr>
          <a:xfrm>
            <a:off x="4647665" y="2776936"/>
            <a:ext cx="289667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25" name="Google Shape;225;p42"/>
          <p:cNvSpPr txBox="1"/>
          <p:nvPr>
            <p:ph idx="4" type="body"/>
          </p:nvPr>
        </p:nvSpPr>
        <p:spPr>
          <a:xfrm>
            <a:off x="4647665" y="3834606"/>
            <a:ext cx="2896671" cy="19978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6" name="Google Shape;226;p42"/>
          <p:cNvCxnSpPr/>
          <p:nvPr/>
        </p:nvCxnSpPr>
        <p:spPr>
          <a:xfrm flipH="1">
            <a:off x="0" y="0"/>
            <a:ext cx="1238250" cy="3105150"/>
          </a:xfrm>
          <a:prstGeom prst="straightConnector1">
            <a:avLst/>
          </a:prstGeom>
          <a:noFill/>
          <a:ln cap="flat" cmpd="sng" w="9525">
            <a:solidFill>
              <a:schemeClr val="dk1"/>
            </a:solidFill>
            <a:prstDash val="solid"/>
            <a:miter lim="800000"/>
            <a:headEnd len="sm" w="sm" type="none"/>
            <a:tailEnd len="sm" w="sm" type="none"/>
          </a:ln>
        </p:spPr>
      </p:cxnSp>
      <p:cxnSp>
        <p:nvCxnSpPr>
          <p:cNvPr id="227" name="Google Shape;227;p42"/>
          <p:cNvCxnSpPr/>
          <p:nvPr/>
        </p:nvCxnSpPr>
        <p:spPr>
          <a:xfrm flipH="1">
            <a:off x="0" y="0"/>
            <a:ext cx="2238376" cy="2476500"/>
          </a:xfrm>
          <a:prstGeom prst="straightConnector1">
            <a:avLst/>
          </a:prstGeom>
          <a:noFill/>
          <a:ln cap="flat" cmpd="sng" w="9525">
            <a:solidFill>
              <a:schemeClr val="dk1"/>
            </a:solidFill>
            <a:prstDash val="solid"/>
            <a:miter lim="800000"/>
            <a:headEnd len="sm" w="sm" type="none"/>
            <a:tailEnd len="sm" w="sm" type="none"/>
          </a:ln>
        </p:spPr>
      </p:cxnSp>
      <p:sp>
        <p:nvSpPr>
          <p:cNvPr id="228" name="Google Shape;228;p42"/>
          <p:cNvSpPr txBox="1"/>
          <p:nvPr>
            <p:ph idx="5" type="body"/>
          </p:nvPr>
        </p:nvSpPr>
        <p:spPr>
          <a:xfrm>
            <a:off x="8066421" y="2776936"/>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cap="none">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29" name="Google Shape;229;p42"/>
          <p:cNvSpPr txBox="1"/>
          <p:nvPr>
            <p:ph idx="6" type="body"/>
          </p:nvPr>
        </p:nvSpPr>
        <p:spPr>
          <a:xfrm>
            <a:off x="8066421" y="3834606"/>
            <a:ext cx="2882475" cy="19978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 name="Google Shape;230;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ntent">
  <p:cSld name="3  Content">
    <p:bg>
      <p:bgPr>
        <a:solidFill>
          <a:schemeClr val="dk1"/>
        </a:solidFill>
      </p:bgPr>
    </p:bg>
    <p:spTree>
      <p:nvGrpSpPr>
        <p:cNvPr id="233" name="Shape 233"/>
        <p:cNvGrpSpPr/>
        <p:nvPr/>
      </p:nvGrpSpPr>
      <p:grpSpPr>
        <a:xfrm>
          <a:off x="0" y="0"/>
          <a:ext cx="0" cy="0"/>
          <a:chOff x="0" y="0"/>
          <a:chExt cx="0" cy="0"/>
        </a:xfrm>
      </p:grpSpPr>
      <p:sp>
        <p:nvSpPr>
          <p:cNvPr id="234" name="Google Shape;234;p43"/>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2800"/>
              <a:buFont typeface="Arial"/>
              <a:buNone/>
              <a:defRPr sz="28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35" name="Google Shape;235;p43"/>
          <p:cNvPicPr preferRelativeResize="0"/>
          <p:nvPr/>
        </p:nvPicPr>
        <p:blipFill rotWithShape="1">
          <a:blip r:embed="rId2">
            <a:alphaModFix/>
          </a:blip>
          <a:srcRect b="0" l="0" r="0" t="0"/>
          <a:stretch/>
        </p:blipFill>
        <p:spPr>
          <a:xfrm>
            <a:off x="1465141" y="2358007"/>
            <a:ext cx="2438400" cy="2019300"/>
          </a:xfrm>
          <a:prstGeom prst="rect">
            <a:avLst/>
          </a:prstGeom>
          <a:noFill/>
          <a:ln>
            <a:noFill/>
          </a:ln>
        </p:spPr>
      </p:pic>
      <p:pic>
        <p:nvPicPr>
          <p:cNvPr id="236" name="Google Shape;236;p43"/>
          <p:cNvPicPr preferRelativeResize="0"/>
          <p:nvPr/>
        </p:nvPicPr>
        <p:blipFill rotWithShape="1">
          <a:blip r:embed="rId3">
            <a:alphaModFix/>
          </a:blip>
          <a:srcRect b="0" l="0" r="0" t="0"/>
          <a:stretch/>
        </p:blipFill>
        <p:spPr>
          <a:xfrm>
            <a:off x="5000625" y="2531837"/>
            <a:ext cx="2190750" cy="1943100"/>
          </a:xfrm>
          <a:prstGeom prst="rect">
            <a:avLst/>
          </a:prstGeom>
          <a:noFill/>
          <a:ln>
            <a:noFill/>
          </a:ln>
        </p:spPr>
      </p:pic>
      <p:pic>
        <p:nvPicPr>
          <p:cNvPr id="237" name="Google Shape;237;p43"/>
          <p:cNvPicPr preferRelativeResize="0"/>
          <p:nvPr/>
        </p:nvPicPr>
        <p:blipFill rotWithShape="1">
          <a:blip r:embed="rId4">
            <a:alphaModFix/>
          </a:blip>
          <a:srcRect b="0" l="0" r="0" t="0"/>
          <a:stretch/>
        </p:blipFill>
        <p:spPr>
          <a:xfrm>
            <a:off x="8345608" y="2421056"/>
            <a:ext cx="2324100" cy="2057400"/>
          </a:xfrm>
          <a:prstGeom prst="rect">
            <a:avLst/>
          </a:prstGeom>
          <a:noFill/>
          <a:ln>
            <a:noFill/>
          </a:ln>
        </p:spPr>
      </p:pic>
      <p:sp>
        <p:nvSpPr>
          <p:cNvPr id="238" name="Google Shape;238;p43"/>
          <p:cNvSpPr txBox="1"/>
          <p:nvPr>
            <p:ph idx="1" type="body"/>
          </p:nvPr>
        </p:nvSpPr>
        <p:spPr>
          <a:xfrm>
            <a:off x="2063855" y="3064615"/>
            <a:ext cx="1240971" cy="823912"/>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4000"/>
              <a:buNone/>
              <a:defRPr sz="40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39" name="Google Shape;239;p43"/>
          <p:cNvSpPr txBox="1"/>
          <p:nvPr>
            <p:ph idx="2" type="body"/>
          </p:nvPr>
        </p:nvSpPr>
        <p:spPr>
          <a:xfrm>
            <a:off x="5475514" y="3064615"/>
            <a:ext cx="1240971" cy="823912"/>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4000"/>
              <a:buNone/>
              <a:defRPr sz="40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40" name="Google Shape;240;p43"/>
          <p:cNvSpPr txBox="1"/>
          <p:nvPr>
            <p:ph idx="3" type="body"/>
          </p:nvPr>
        </p:nvSpPr>
        <p:spPr>
          <a:xfrm>
            <a:off x="8887174" y="3064615"/>
            <a:ext cx="1240971" cy="823912"/>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4000"/>
              <a:buNone/>
              <a:defRPr sz="4000" cap="none">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41" name="Google Shape;241;p43"/>
          <p:cNvSpPr txBox="1"/>
          <p:nvPr>
            <p:ph idx="4" type="body"/>
          </p:nvPr>
        </p:nvSpPr>
        <p:spPr>
          <a:xfrm>
            <a:off x="1129698" y="4824188"/>
            <a:ext cx="3124093" cy="462927"/>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lt1"/>
              </a:buClr>
              <a:buSzPts val="2000"/>
              <a:buNone/>
              <a:defRPr sz="2000" cap="none">
                <a:solidFill>
                  <a:schemeClr val="lt1"/>
                </a:solidFill>
              </a:defRPr>
            </a:lvl1pPr>
            <a:lvl2pPr indent="-228600" lvl="1" marL="914400" algn="l">
              <a:lnSpc>
                <a:spcPct val="100000"/>
              </a:lnSpc>
              <a:spcBef>
                <a:spcPts val="500"/>
              </a:spcBef>
              <a:spcAft>
                <a:spcPts val="0"/>
              </a:spcAft>
              <a:buClr>
                <a:schemeClr val="lt1"/>
              </a:buClr>
              <a:buSzPts val="1400"/>
              <a:buNone/>
              <a:defRPr sz="1400">
                <a:solidFill>
                  <a:schemeClr val="lt1"/>
                </a:solidFill>
              </a:defRPr>
            </a:lvl2pPr>
            <a:lvl3pPr indent="-228600" lvl="2" marL="1371600" algn="l">
              <a:lnSpc>
                <a:spcPct val="100000"/>
              </a:lnSpc>
              <a:spcBef>
                <a:spcPts val="500"/>
              </a:spcBef>
              <a:spcAft>
                <a:spcPts val="0"/>
              </a:spcAft>
              <a:buClr>
                <a:schemeClr val="lt1"/>
              </a:buClr>
              <a:buSzPts val="1400"/>
              <a:buNone/>
              <a:defRPr sz="1400">
                <a:solidFill>
                  <a:schemeClr val="lt1"/>
                </a:solidFill>
              </a:defRPr>
            </a:lvl3pPr>
            <a:lvl4pPr indent="-228600" lvl="3" marL="1828800" algn="l">
              <a:lnSpc>
                <a:spcPct val="100000"/>
              </a:lnSpc>
              <a:spcBef>
                <a:spcPts val="500"/>
              </a:spcBef>
              <a:spcAft>
                <a:spcPts val="0"/>
              </a:spcAft>
              <a:buClr>
                <a:schemeClr val="lt1"/>
              </a:buClr>
              <a:buSzPts val="1400"/>
              <a:buNone/>
              <a:defRPr sz="1400">
                <a:solidFill>
                  <a:schemeClr val="lt1"/>
                </a:solidFill>
              </a:defRPr>
            </a:lvl4pPr>
            <a:lvl5pPr indent="-228600" lvl="4" marL="2286000" algn="l">
              <a:lnSpc>
                <a:spcPct val="10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 name="Google Shape;242;p43"/>
          <p:cNvSpPr txBox="1"/>
          <p:nvPr>
            <p:ph idx="5" type="body"/>
          </p:nvPr>
        </p:nvSpPr>
        <p:spPr>
          <a:xfrm>
            <a:off x="1129698" y="5280763"/>
            <a:ext cx="3124093" cy="462927"/>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None/>
              <a:defRPr sz="1400" cap="none">
                <a:solidFill>
                  <a:schemeClr val="lt1"/>
                </a:solidFill>
              </a:defRPr>
            </a:lvl1pPr>
            <a:lvl2pPr indent="-228600" lvl="1" marL="914400" algn="l">
              <a:lnSpc>
                <a:spcPct val="100000"/>
              </a:lnSpc>
              <a:spcBef>
                <a:spcPts val="500"/>
              </a:spcBef>
              <a:spcAft>
                <a:spcPts val="0"/>
              </a:spcAft>
              <a:buClr>
                <a:schemeClr val="lt1"/>
              </a:buClr>
              <a:buSzPts val="1400"/>
              <a:buNone/>
              <a:defRPr sz="1400">
                <a:solidFill>
                  <a:schemeClr val="lt1"/>
                </a:solidFill>
              </a:defRPr>
            </a:lvl2pPr>
            <a:lvl3pPr indent="-228600" lvl="2" marL="1371600" algn="l">
              <a:lnSpc>
                <a:spcPct val="100000"/>
              </a:lnSpc>
              <a:spcBef>
                <a:spcPts val="500"/>
              </a:spcBef>
              <a:spcAft>
                <a:spcPts val="0"/>
              </a:spcAft>
              <a:buClr>
                <a:schemeClr val="lt1"/>
              </a:buClr>
              <a:buSzPts val="1400"/>
              <a:buNone/>
              <a:defRPr sz="1400">
                <a:solidFill>
                  <a:schemeClr val="lt1"/>
                </a:solidFill>
              </a:defRPr>
            </a:lvl3pPr>
            <a:lvl4pPr indent="-228600" lvl="3" marL="1828800" algn="l">
              <a:lnSpc>
                <a:spcPct val="100000"/>
              </a:lnSpc>
              <a:spcBef>
                <a:spcPts val="500"/>
              </a:spcBef>
              <a:spcAft>
                <a:spcPts val="0"/>
              </a:spcAft>
              <a:buClr>
                <a:schemeClr val="lt1"/>
              </a:buClr>
              <a:buSzPts val="1400"/>
              <a:buNone/>
              <a:defRPr sz="1400">
                <a:solidFill>
                  <a:schemeClr val="lt1"/>
                </a:solidFill>
              </a:defRPr>
            </a:lvl4pPr>
            <a:lvl5pPr indent="-228600" lvl="4" marL="2286000" algn="l">
              <a:lnSpc>
                <a:spcPct val="10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43"/>
          <p:cNvSpPr txBox="1"/>
          <p:nvPr>
            <p:ph idx="6" type="body"/>
          </p:nvPr>
        </p:nvSpPr>
        <p:spPr>
          <a:xfrm>
            <a:off x="4526261" y="4824188"/>
            <a:ext cx="3139479" cy="462927"/>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2000"/>
              <a:buNone/>
              <a:defRPr sz="2000" cap="none">
                <a:solidFill>
                  <a:schemeClr val="lt1"/>
                </a:solidFill>
              </a:defRPr>
            </a:lvl1pPr>
            <a:lvl2pPr indent="-228600" lvl="1" marL="914400" algn="l">
              <a:lnSpc>
                <a:spcPct val="100000"/>
              </a:lnSpc>
              <a:spcBef>
                <a:spcPts val="500"/>
              </a:spcBef>
              <a:spcAft>
                <a:spcPts val="0"/>
              </a:spcAft>
              <a:buClr>
                <a:schemeClr val="lt1"/>
              </a:buClr>
              <a:buSzPts val="2000"/>
              <a:buNone/>
              <a:defRPr sz="2000" cap="none">
                <a:solidFill>
                  <a:schemeClr val="lt1"/>
                </a:solidFill>
              </a:defRPr>
            </a:lvl2pPr>
            <a:lvl3pPr indent="-228600" lvl="2" marL="1371600" algn="l">
              <a:lnSpc>
                <a:spcPct val="100000"/>
              </a:lnSpc>
              <a:spcBef>
                <a:spcPts val="500"/>
              </a:spcBef>
              <a:spcAft>
                <a:spcPts val="0"/>
              </a:spcAft>
              <a:buClr>
                <a:schemeClr val="lt1"/>
              </a:buClr>
              <a:buSzPts val="1400"/>
              <a:buNone/>
              <a:defRPr sz="1400">
                <a:solidFill>
                  <a:schemeClr val="lt1"/>
                </a:solidFill>
              </a:defRPr>
            </a:lvl3pPr>
            <a:lvl4pPr indent="-228600" lvl="3" marL="1828800" algn="l">
              <a:lnSpc>
                <a:spcPct val="100000"/>
              </a:lnSpc>
              <a:spcBef>
                <a:spcPts val="500"/>
              </a:spcBef>
              <a:spcAft>
                <a:spcPts val="0"/>
              </a:spcAft>
              <a:buClr>
                <a:schemeClr val="lt1"/>
              </a:buClr>
              <a:buSzPts val="1400"/>
              <a:buNone/>
              <a:defRPr sz="1400">
                <a:solidFill>
                  <a:schemeClr val="lt1"/>
                </a:solidFill>
              </a:defRPr>
            </a:lvl4pPr>
            <a:lvl5pPr indent="-228600" lvl="4" marL="2286000" algn="l">
              <a:lnSpc>
                <a:spcPct val="10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 name="Google Shape;244;p43"/>
          <p:cNvSpPr txBox="1"/>
          <p:nvPr>
            <p:ph idx="7" type="body"/>
          </p:nvPr>
        </p:nvSpPr>
        <p:spPr>
          <a:xfrm>
            <a:off x="4526261" y="5280763"/>
            <a:ext cx="3139479" cy="462927"/>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None/>
              <a:defRPr sz="1400" cap="none">
                <a:solidFill>
                  <a:schemeClr val="lt1"/>
                </a:solidFill>
              </a:defRPr>
            </a:lvl1pPr>
            <a:lvl2pPr indent="-228600" lvl="1" marL="914400" algn="ctr">
              <a:lnSpc>
                <a:spcPct val="100000"/>
              </a:lnSpc>
              <a:spcBef>
                <a:spcPts val="500"/>
              </a:spcBef>
              <a:spcAft>
                <a:spcPts val="0"/>
              </a:spcAft>
              <a:buClr>
                <a:schemeClr val="lt1"/>
              </a:buClr>
              <a:buSzPts val="1400"/>
              <a:buNone/>
              <a:defRPr sz="1400" cap="none">
                <a:solidFill>
                  <a:schemeClr val="lt1"/>
                </a:solidFill>
              </a:defRPr>
            </a:lvl2pPr>
            <a:lvl3pPr indent="-228600" lvl="2" marL="1371600" algn="l">
              <a:lnSpc>
                <a:spcPct val="100000"/>
              </a:lnSpc>
              <a:spcBef>
                <a:spcPts val="500"/>
              </a:spcBef>
              <a:spcAft>
                <a:spcPts val="0"/>
              </a:spcAft>
              <a:buClr>
                <a:schemeClr val="lt1"/>
              </a:buClr>
              <a:buSzPts val="1400"/>
              <a:buNone/>
              <a:defRPr sz="1400">
                <a:solidFill>
                  <a:schemeClr val="lt1"/>
                </a:solidFill>
              </a:defRPr>
            </a:lvl3pPr>
            <a:lvl4pPr indent="-228600" lvl="3" marL="1828800" algn="l">
              <a:lnSpc>
                <a:spcPct val="100000"/>
              </a:lnSpc>
              <a:spcBef>
                <a:spcPts val="500"/>
              </a:spcBef>
              <a:spcAft>
                <a:spcPts val="0"/>
              </a:spcAft>
              <a:buClr>
                <a:schemeClr val="lt1"/>
              </a:buClr>
              <a:buSzPts val="1400"/>
              <a:buNone/>
              <a:defRPr sz="1400">
                <a:solidFill>
                  <a:schemeClr val="lt1"/>
                </a:solidFill>
              </a:defRPr>
            </a:lvl4pPr>
            <a:lvl5pPr indent="-228600" lvl="4" marL="2286000" algn="l">
              <a:lnSpc>
                <a:spcPct val="10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 name="Google Shape;245;p43"/>
          <p:cNvSpPr txBox="1"/>
          <p:nvPr>
            <p:ph idx="8" type="body"/>
          </p:nvPr>
        </p:nvSpPr>
        <p:spPr>
          <a:xfrm>
            <a:off x="7938210" y="4824188"/>
            <a:ext cx="3124093" cy="462927"/>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lt1"/>
              </a:buClr>
              <a:buSzPts val="2000"/>
              <a:buNone/>
              <a:defRPr sz="2000" cap="none">
                <a:solidFill>
                  <a:schemeClr val="lt1"/>
                </a:solidFill>
              </a:defRPr>
            </a:lvl1pPr>
            <a:lvl2pPr indent="-228600" lvl="1" marL="914400" algn="l">
              <a:lnSpc>
                <a:spcPct val="100000"/>
              </a:lnSpc>
              <a:spcBef>
                <a:spcPts val="500"/>
              </a:spcBef>
              <a:spcAft>
                <a:spcPts val="0"/>
              </a:spcAft>
              <a:buClr>
                <a:schemeClr val="lt1"/>
              </a:buClr>
              <a:buSzPts val="1400"/>
              <a:buNone/>
              <a:defRPr sz="1400">
                <a:solidFill>
                  <a:schemeClr val="lt1"/>
                </a:solidFill>
              </a:defRPr>
            </a:lvl2pPr>
            <a:lvl3pPr indent="-228600" lvl="2" marL="1371600" algn="l">
              <a:lnSpc>
                <a:spcPct val="100000"/>
              </a:lnSpc>
              <a:spcBef>
                <a:spcPts val="500"/>
              </a:spcBef>
              <a:spcAft>
                <a:spcPts val="0"/>
              </a:spcAft>
              <a:buClr>
                <a:schemeClr val="lt1"/>
              </a:buClr>
              <a:buSzPts val="1400"/>
              <a:buNone/>
              <a:defRPr sz="1400">
                <a:solidFill>
                  <a:schemeClr val="lt1"/>
                </a:solidFill>
              </a:defRPr>
            </a:lvl3pPr>
            <a:lvl4pPr indent="-228600" lvl="3" marL="1828800" algn="l">
              <a:lnSpc>
                <a:spcPct val="100000"/>
              </a:lnSpc>
              <a:spcBef>
                <a:spcPts val="500"/>
              </a:spcBef>
              <a:spcAft>
                <a:spcPts val="0"/>
              </a:spcAft>
              <a:buClr>
                <a:schemeClr val="lt1"/>
              </a:buClr>
              <a:buSzPts val="1400"/>
              <a:buNone/>
              <a:defRPr sz="1400">
                <a:solidFill>
                  <a:schemeClr val="lt1"/>
                </a:solidFill>
              </a:defRPr>
            </a:lvl4pPr>
            <a:lvl5pPr indent="-228600" lvl="4" marL="2286000" algn="l">
              <a:lnSpc>
                <a:spcPct val="10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 name="Google Shape;246;p43"/>
          <p:cNvSpPr txBox="1"/>
          <p:nvPr>
            <p:ph idx="9" type="body"/>
          </p:nvPr>
        </p:nvSpPr>
        <p:spPr>
          <a:xfrm>
            <a:off x="7938210" y="5280763"/>
            <a:ext cx="3124093" cy="462927"/>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Clr>
                <a:schemeClr val="lt1"/>
              </a:buClr>
              <a:buSzPts val="1400"/>
              <a:buNone/>
              <a:defRPr sz="1400" cap="none">
                <a:solidFill>
                  <a:schemeClr val="lt1"/>
                </a:solidFill>
              </a:defRPr>
            </a:lvl1pPr>
            <a:lvl2pPr indent="-228600" lvl="1" marL="914400" algn="l">
              <a:lnSpc>
                <a:spcPct val="100000"/>
              </a:lnSpc>
              <a:spcBef>
                <a:spcPts val="500"/>
              </a:spcBef>
              <a:spcAft>
                <a:spcPts val="0"/>
              </a:spcAft>
              <a:buClr>
                <a:schemeClr val="lt1"/>
              </a:buClr>
              <a:buSzPts val="1400"/>
              <a:buNone/>
              <a:defRPr sz="1400">
                <a:solidFill>
                  <a:schemeClr val="lt1"/>
                </a:solidFill>
              </a:defRPr>
            </a:lvl2pPr>
            <a:lvl3pPr indent="-228600" lvl="2" marL="1371600" algn="l">
              <a:lnSpc>
                <a:spcPct val="100000"/>
              </a:lnSpc>
              <a:spcBef>
                <a:spcPts val="500"/>
              </a:spcBef>
              <a:spcAft>
                <a:spcPts val="0"/>
              </a:spcAft>
              <a:buClr>
                <a:schemeClr val="lt1"/>
              </a:buClr>
              <a:buSzPts val="1400"/>
              <a:buNone/>
              <a:defRPr sz="1400">
                <a:solidFill>
                  <a:schemeClr val="lt1"/>
                </a:solidFill>
              </a:defRPr>
            </a:lvl3pPr>
            <a:lvl4pPr indent="-228600" lvl="3" marL="1828800" algn="l">
              <a:lnSpc>
                <a:spcPct val="100000"/>
              </a:lnSpc>
              <a:spcBef>
                <a:spcPts val="500"/>
              </a:spcBef>
              <a:spcAft>
                <a:spcPts val="0"/>
              </a:spcAft>
              <a:buClr>
                <a:schemeClr val="lt1"/>
              </a:buClr>
              <a:buSzPts val="1400"/>
              <a:buNone/>
              <a:defRPr sz="1400">
                <a:solidFill>
                  <a:schemeClr val="lt1"/>
                </a:solidFill>
              </a:defRPr>
            </a:lvl4pPr>
            <a:lvl5pPr indent="-228600" lvl="4" marL="2286000" algn="l">
              <a:lnSpc>
                <a:spcPct val="10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 name="Google Shape;247;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lide 8 People">
  <p:cSld name="Team Slide 8 People">
    <p:bg>
      <p:bgPr>
        <a:solidFill>
          <a:schemeClr val="dk1"/>
        </a:solidFill>
      </p:bgPr>
    </p:bg>
    <p:spTree>
      <p:nvGrpSpPr>
        <p:cNvPr id="250" name="Shape 250"/>
        <p:cNvGrpSpPr/>
        <p:nvPr/>
      </p:nvGrpSpPr>
      <p:grpSpPr>
        <a:xfrm>
          <a:off x="0" y="0"/>
          <a:ext cx="0" cy="0"/>
          <a:chOff x="0" y="0"/>
          <a:chExt cx="0" cy="0"/>
        </a:xfrm>
      </p:grpSpPr>
      <p:sp>
        <p:nvSpPr>
          <p:cNvPr id="251" name="Google Shape;251;p44"/>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44"/>
          <p:cNvSpPr/>
          <p:nvPr>
            <p:ph idx="2" type="pic"/>
          </p:nvPr>
        </p:nvSpPr>
        <p:spPr>
          <a:xfrm>
            <a:off x="1877176" y="2428875"/>
            <a:ext cx="1066800" cy="1066800"/>
          </a:xfrm>
          <a:prstGeom prst="rect">
            <a:avLst/>
          </a:prstGeom>
          <a:solidFill>
            <a:schemeClr val="lt1"/>
          </a:solidFill>
          <a:ln>
            <a:noFill/>
          </a:ln>
        </p:spPr>
      </p:sp>
      <p:sp>
        <p:nvSpPr>
          <p:cNvPr id="253" name="Google Shape;253;p44"/>
          <p:cNvSpPr txBox="1"/>
          <p:nvPr>
            <p:ph idx="1" type="body"/>
          </p:nvPr>
        </p:nvSpPr>
        <p:spPr>
          <a:xfrm>
            <a:off x="1500168"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54" name="Google Shape;254;p44"/>
          <p:cNvSpPr txBox="1"/>
          <p:nvPr>
            <p:ph idx="3" type="body"/>
          </p:nvPr>
        </p:nvSpPr>
        <p:spPr>
          <a:xfrm>
            <a:off x="1390120" y="3782039"/>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55" name="Google Shape;255;p44"/>
          <p:cNvSpPr/>
          <p:nvPr>
            <p:ph idx="4" type="pic"/>
          </p:nvPr>
        </p:nvSpPr>
        <p:spPr>
          <a:xfrm>
            <a:off x="4226270" y="2428875"/>
            <a:ext cx="1066800" cy="1066800"/>
          </a:xfrm>
          <a:prstGeom prst="rect">
            <a:avLst/>
          </a:prstGeom>
          <a:solidFill>
            <a:schemeClr val="lt1"/>
          </a:solidFill>
          <a:ln>
            <a:noFill/>
          </a:ln>
        </p:spPr>
      </p:sp>
      <p:sp>
        <p:nvSpPr>
          <p:cNvPr id="256" name="Google Shape;256;p44"/>
          <p:cNvSpPr txBox="1"/>
          <p:nvPr>
            <p:ph idx="5" type="body"/>
          </p:nvPr>
        </p:nvSpPr>
        <p:spPr>
          <a:xfrm>
            <a:off x="3849262" y="3669060"/>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57" name="Google Shape;257;p44"/>
          <p:cNvSpPr txBox="1"/>
          <p:nvPr>
            <p:ph idx="6" type="body"/>
          </p:nvPr>
        </p:nvSpPr>
        <p:spPr>
          <a:xfrm>
            <a:off x="3739214" y="3796721"/>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58" name="Google Shape;258;p44"/>
          <p:cNvSpPr/>
          <p:nvPr>
            <p:ph idx="7" type="pic"/>
          </p:nvPr>
        </p:nvSpPr>
        <p:spPr>
          <a:xfrm>
            <a:off x="6716934" y="2428875"/>
            <a:ext cx="1066800" cy="1066800"/>
          </a:xfrm>
          <a:prstGeom prst="rect">
            <a:avLst/>
          </a:prstGeom>
          <a:solidFill>
            <a:schemeClr val="lt1"/>
          </a:solidFill>
          <a:ln>
            <a:noFill/>
          </a:ln>
        </p:spPr>
      </p:sp>
      <p:sp>
        <p:nvSpPr>
          <p:cNvPr id="259" name="Google Shape;259;p44"/>
          <p:cNvSpPr txBox="1"/>
          <p:nvPr>
            <p:ph idx="8" type="body"/>
          </p:nvPr>
        </p:nvSpPr>
        <p:spPr>
          <a:xfrm>
            <a:off x="6339926" y="3669060"/>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0" name="Google Shape;260;p44"/>
          <p:cNvSpPr txBox="1"/>
          <p:nvPr>
            <p:ph idx="9" type="body"/>
          </p:nvPr>
        </p:nvSpPr>
        <p:spPr>
          <a:xfrm>
            <a:off x="6217963" y="3796721"/>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1" name="Google Shape;261;p44"/>
          <p:cNvSpPr/>
          <p:nvPr>
            <p:ph idx="13" type="pic"/>
          </p:nvPr>
        </p:nvSpPr>
        <p:spPr>
          <a:xfrm>
            <a:off x="9136814" y="2428875"/>
            <a:ext cx="1066800" cy="1066800"/>
          </a:xfrm>
          <a:prstGeom prst="rect">
            <a:avLst/>
          </a:prstGeom>
          <a:solidFill>
            <a:schemeClr val="lt1"/>
          </a:solidFill>
          <a:ln>
            <a:noFill/>
          </a:ln>
        </p:spPr>
      </p:sp>
      <p:sp>
        <p:nvSpPr>
          <p:cNvPr id="262" name="Google Shape;262;p44"/>
          <p:cNvSpPr txBox="1"/>
          <p:nvPr>
            <p:ph idx="14" type="body"/>
          </p:nvPr>
        </p:nvSpPr>
        <p:spPr>
          <a:xfrm>
            <a:off x="8759806"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3" name="Google Shape;263;p44"/>
          <p:cNvSpPr txBox="1"/>
          <p:nvPr>
            <p:ph idx="15" type="body"/>
          </p:nvPr>
        </p:nvSpPr>
        <p:spPr>
          <a:xfrm>
            <a:off x="8634432" y="3782039"/>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4" name="Google Shape;264;p44"/>
          <p:cNvSpPr/>
          <p:nvPr>
            <p:ph idx="16" type="pic"/>
          </p:nvPr>
        </p:nvSpPr>
        <p:spPr>
          <a:xfrm>
            <a:off x="1877176" y="4287711"/>
            <a:ext cx="1066800" cy="1066800"/>
          </a:xfrm>
          <a:prstGeom prst="rect">
            <a:avLst/>
          </a:prstGeom>
          <a:solidFill>
            <a:schemeClr val="lt1"/>
          </a:solidFill>
          <a:ln>
            <a:noFill/>
          </a:ln>
        </p:spPr>
      </p:sp>
      <p:sp>
        <p:nvSpPr>
          <p:cNvPr id="265" name="Google Shape;265;p44"/>
          <p:cNvSpPr txBox="1"/>
          <p:nvPr>
            <p:ph idx="17" type="body"/>
          </p:nvPr>
        </p:nvSpPr>
        <p:spPr>
          <a:xfrm>
            <a:off x="1500168"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6" name="Google Shape;266;p44"/>
          <p:cNvSpPr txBox="1"/>
          <p:nvPr>
            <p:ph idx="18" type="body"/>
          </p:nvPr>
        </p:nvSpPr>
        <p:spPr>
          <a:xfrm>
            <a:off x="1390120" y="5640875"/>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7" name="Google Shape;267;p44"/>
          <p:cNvSpPr/>
          <p:nvPr>
            <p:ph idx="19" type="pic"/>
          </p:nvPr>
        </p:nvSpPr>
        <p:spPr>
          <a:xfrm>
            <a:off x="4226270" y="4287711"/>
            <a:ext cx="1066800" cy="1066800"/>
          </a:xfrm>
          <a:prstGeom prst="rect">
            <a:avLst/>
          </a:prstGeom>
          <a:solidFill>
            <a:schemeClr val="lt1"/>
          </a:solidFill>
          <a:ln>
            <a:noFill/>
          </a:ln>
        </p:spPr>
      </p:sp>
      <p:sp>
        <p:nvSpPr>
          <p:cNvPr id="268" name="Google Shape;268;p44"/>
          <p:cNvSpPr txBox="1"/>
          <p:nvPr>
            <p:ph idx="20" type="body"/>
          </p:nvPr>
        </p:nvSpPr>
        <p:spPr>
          <a:xfrm>
            <a:off x="3849262" y="5527896"/>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69" name="Google Shape;269;p44"/>
          <p:cNvSpPr txBox="1"/>
          <p:nvPr>
            <p:ph idx="21" type="body"/>
          </p:nvPr>
        </p:nvSpPr>
        <p:spPr>
          <a:xfrm>
            <a:off x="3739214" y="5655557"/>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70" name="Google Shape;270;p44"/>
          <p:cNvSpPr/>
          <p:nvPr>
            <p:ph idx="22" type="pic"/>
          </p:nvPr>
        </p:nvSpPr>
        <p:spPr>
          <a:xfrm>
            <a:off x="6716934" y="4287711"/>
            <a:ext cx="1066800" cy="1066800"/>
          </a:xfrm>
          <a:prstGeom prst="rect">
            <a:avLst/>
          </a:prstGeom>
          <a:solidFill>
            <a:schemeClr val="lt1"/>
          </a:solidFill>
          <a:ln>
            <a:noFill/>
          </a:ln>
        </p:spPr>
      </p:sp>
      <p:sp>
        <p:nvSpPr>
          <p:cNvPr id="271" name="Google Shape;271;p44"/>
          <p:cNvSpPr txBox="1"/>
          <p:nvPr>
            <p:ph idx="23" type="body"/>
          </p:nvPr>
        </p:nvSpPr>
        <p:spPr>
          <a:xfrm>
            <a:off x="6339926" y="5527896"/>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72" name="Google Shape;272;p44"/>
          <p:cNvSpPr txBox="1"/>
          <p:nvPr>
            <p:ph idx="24" type="body"/>
          </p:nvPr>
        </p:nvSpPr>
        <p:spPr>
          <a:xfrm>
            <a:off x="6229878" y="5655557"/>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73" name="Google Shape;273;p44"/>
          <p:cNvSpPr/>
          <p:nvPr>
            <p:ph idx="25" type="pic"/>
          </p:nvPr>
        </p:nvSpPr>
        <p:spPr>
          <a:xfrm>
            <a:off x="9136814" y="4287711"/>
            <a:ext cx="1066800" cy="1066800"/>
          </a:xfrm>
          <a:prstGeom prst="rect">
            <a:avLst/>
          </a:prstGeom>
          <a:solidFill>
            <a:schemeClr val="lt1"/>
          </a:solidFill>
          <a:ln>
            <a:noFill/>
          </a:ln>
        </p:spPr>
      </p:sp>
      <p:sp>
        <p:nvSpPr>
          <p:cNvPr id="274" name="Google Shape;274;p44"/>
          <p:cNvSpPr txBox="1"/>
          <p:nvPr>
            <p:ph idx="26" type="body"/>
          </p:nvPr>
        </p:nvSpPr>
        <p:spPr>
          <a:xfrm>
            <a:off x="8759806"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75" name="Google Shape;275;p44"/>
          <p:cNvSpPr txBox="1"/>
          <p:nvPr>
            <p:ph idx="27" type="body"/>
          </p:nvPr>
        </p:nvSpPr>
        <p:spPr>
          <a:xfrm>
            <a:off x="8634432" y="5640875"/>
            <a:ext cx="20574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76" name="Google Shape;276;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solidFill>
                  <a:srgbClr val="8989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solidFill>
                  <a:srgbClr val="89898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98989"/>
                </a:solidFill>
                <a:latin typeface="Arial"/>
                <a:ea typeface="Arial"/>
                <a:cs typeface="Arial"/>
                <a:sym typeface="Arial"/>
              </a:defRPr>
            </a:lvl1pPr>
            <a:lvl2pPr indent="0" lvl="1" marL="0" marR="0" algn="r">
              <a:spcBef>
                <a:spcPts val="0"/>
              </a:spcBef>
              <a:buNone/>
              <a:defRPr sz="900">
                <a:solidFill>
                  <a:srgbClr val="898989"/>
                </a:solidFill>
                <a:latin typeface="Arial"/>
                <a:ea typeface="Arial"/>
                <a:cs typeface="Arial"/>
                <a:sym typeface="Arial"/>
              </a:defRPr>
            </a:lvl2pPr>
            <a:lvl3pPr indent="0" lvl="2" marL="0" marR="0" algn="r">
              <a:spcBef>
                <a:spcPts val="0"/>
              </a:spcBef>
              <a:buNone/>
              <a:defRPr sz="900">
                <a:solidFill>
                  <a:srgbClr val="898989"/>
                </a:solidFill>
                <a:latin typeface="Arial"/>
                <a:ea typeface="Arial"/>
                <a:cs typeface="Arial"/>
                <a:sym typeface="Arial"/>
              </a:defRPr>
            </a:lvl3pPr>
            <a:lvl4pPr indent="0" lvl="3" marL="0" marR="0" algn="r">
              <a:spcBef>
                <a:spcPts val="0"/>
              </a:spcBef>
              <a:buNone/>
              <a:defRPr sz="900">
                <a:solidFill>
                  <a:srgbClr val="898989"/>
                </a:solidFill>
                <a:latin typeface="Arial"/>
                <a:ea typeface="Arial"/>
                <a:cs typeface="Arial"/>
                <a:sym typeface="Arial"/>
              </a:defRPr>
            </a:lvl4pPr>
            <a:lvl5pPr indent="0" lvl="4" marL="0" marR="0" algn="r">
              <a:spcBef>
                <a:spcPts val="0"/>
              </a:spcBef>
              <a:buNone/>
              <a:defRPr sz="900">
                <a:solidFill>
                  <a:srgbClr val="898989"/>
                </a:solidFill>
                <a:latin typeface="Arial"/>
                <a:ea typeface="Arial"/>
                <a:cs typeface="Arial"/>
                <a:sym typeface="Arial"/>
              </a:defRPr>
            </a:lvl5pPr>
            <a:lvl6pPr indent="0" lvl="5" marL="0" marR="0" algn="r">
              <a:spcBef>
                <a:spcPts val="0"/>
              </a:spcBef>
              <a:buNone/>
              <a:defRPr sz="900">
                <a:solidFill>
                  <a:srgbClr val="898989"/>
                </a:solidFill>
                <a:latin typeface="Arial"/>
                <a:ea typeface="Arial"/>
                <a:cs typeface="Arial"/>
                <a:sym typeface="Arial"/>
              </a:defRPr>
            </a:lvl6pPr>
            <a:lvl7pPr indent="0" lvl="6" marL="0" marR="0" algn="r">
              <a:spcBef>
                <a:spcPts val="0"/>
              </a:spcBef>
              <a:buNone/>
              <a:defRPr sz="900">
                <a:solidFill>
                  <a:srgbClr val="898989"/>
                </a:solidFill>
                <a:latin typeface="Arial"/>
                <a:ea typeface="Arial"/>
                <a:cs typeface="Arial"/>
                <a:sym typeface="Arial"/>
              </a:defRPr>
            </a:lvl7pPr>
            <a:lvl8pPr indent="0" lvl="7" marL="0" marR="0" algn="r">
              <a:spcBef>
                <a:spcPts val="0"/>
              </a:spcBef>
              <a:buNone/>
              <a:defRPr sz="900">
                <a:solidFill>
                  <a:srgbClr val="898989"/>
                </a:solidFill>
                <a:latin typeface="Arial"/>
                <a:ea typeface="Arial"/>
                <a:cs typeface="Arial"/>
                <a:sym typeface="Arial"/>
              </a:defRPr>
            </a:lvl8pPr>
            <a:lvl9pPr indent="0" lvl="8" marL="0" marR="0" algn="r">
              <a:spcBef>
                <a:spcPts val="0"/>
              </a:spcBef>
              <a:buNone/>
              <a:defRPr sz="900">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279" name="Google Shape;279;p44"/>
          <p:cNvPicPr preferRelativeResize="0"/>
          <p:nvPr/>
        </p:nvPicPr>
        <p:blipFill rotWithShape="1">
          <a:blip r:embed="rId2">
            <a:alphaModFix/>
          </a:blip>
          <a:srcRect b="0" l="0" r="0" t="0"/>
          <a:stretch/>
        </p:blipFill>
        <p:spPr>
          <a:xfrm>
            <a:off x="0" y="473953"/>
            <a:ext cx="2057400" cy="1647825"/>
          </a:xfrm>
          <a:prstGeom prst="rect">
            <a:avLst/>
          </a:prstGeom>
          <a:noFill/>
          <a:ln>
            <a:noFill/>
          </a:ln>
        </p:spPr>
      </p:pic>
      <p:pic>
        <p:nvPicPr>
          <p:cNvPr id="280" name="Google Shape;280;p44"/>
          <p:cNvPicPr preferRelativeResize="0"/>
          <p:nvPr/>
        </p:nvPicPr>
        <p:blipFill rotWithShape="1">
          <a:blip r:embed="rId3">
            <a:alphaModFix/>
          </a:blip>
          <a:srcRect b="0" l="0" r="0" t="0"/>
          <a:stretch/>
        </p:blipFill>
        <p:spPr>
          <a:xfrm>
            <a:off x="11049000" y="5180889"/>
            <a:ext cx="1143000" cy="9144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ing">
  <p:cSld name="Funding">
    <p:bg>
      <p:bgPr>
        <a:solidFill>
          <a:schemeClr val="lt1"/>
        </a:solidFill>
      </p:bgPr>
    </p:bg>
    <p:spTree>
      <p:nvGrpSpPr>
        <p:cNvPr id="281" name="Shape 281"/>
        <p:cNvGrpSpPr/>
        <p:nvPr/>
      </p:nvGrpSpPr>
      <p:grpSpPr>
        <a:xfrm>
          <a:off x="0" y="0"/>
          <a:ext cx="0" cy="0"/>
          <a:chOff x="0" y="0"/>
          <a:chExt cx="0" cy="0"/>
        </a:xfrm>
      </p:grpSpPr>
      <p:cxnSp>
        <p:nvCxnSpPr>
          <p:cNvPr id="282" name="Google Shape;282;p45"/>
          <p:cNvCxnSpPr/>
          <p:nvPr/>
        </p:nvCxnSpPr>
        <p:spPr>
          <a:xfrm flipH="1">
            <a:off x="0" y="0"/>
            <a:ext cx="1238250" cy="1328057"/>
          </a:xfrm>
          <a:prstGeom prst="straightConnector1">
            <a:avLst/>
          </a:prstGeom>
          <a:noFill/>
          <a:ln cap="flat" cmpd="sng" w="9525">
            <a:solidFill>
              <a:schemeClr val="dk1"/>
            </a:solidFill>
            <a:prstDash val="solid"/>
            <a:miter lim="800000"/>
            <a:headEnd len="sm" w="sm" type="none"/>
            <a:tailEnd len="sm" w="sm" type="none"/>
          </a:ln>
        </p:spPr>
      </p:cxnSp>
      <p:cxnSp>
        <p:nvCxnSpPr>
          <p:cNvPr id="283" name="Google Shape;283;p45"/>
          <p:cNvCxnSpPr/>
          <p:nvPr/>
        </p:nvCxnSpPr>
        <p:spPr>
          <a:xfrm flipH="1">
            <a:off x="0" y="0"/>
            <a:ext cx="3790950" cy="892177"/>
          </a:xfrm>
          <a:prstGeom prst="straightConnector1">
            <a:avLst/>
          </a:prstGeom>
          <a:noFill/>
          <a:ln cap="flat" cmpd="sng" w="9525">
            <a:solidFill>
              <a:schemeClr val="dk1"/>
            </a:solidFill>
            <a:prstDash val="solid"/>
            <a:miter lim="800000"/>
            <a:headEnd len="sm" w="sm" type="none"/>
            <a:tailEnd len="sm" w="sm" type="none"/>
          </a:ln>
        </p:spPr>
      </p:cxnSp>
      <p:sp>
        <p:nvSpPr>
          <p:cNvPr id="284" name="Google Shape;284;p45"/>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 name="Google Shape;285;p45"/>
          <p:cNvSpPr txBox="1"/>
          <p:nvPr>
            <p:ph idx="1" type="body"/>
          </p:nvPr>
        </p:nvSpPr>
        <p:spPr>
          <a:xfrm>
            <a:off x="1075447" y="2118642"/>
            <a:ext cx="1856232" cy="166420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600"/>
              <a:buNone/>
              <a:defRPr sz="1600"/>
            </a:lvl4pPr>
            <a:lvl5pPr indent="-228600" lvl="4" marL="2286000" algn="l">
              <a:lnSpc>
                <a:spcPct val="90000"/>
              </a:lnSpc>
              <a:spcBef>
                <a:spcPts val="500"/>
              </a:spcBef>
              <a:spcAft>
                <a:spcPts val="0"/>
              </a:spcAft>
              <a:buClr>
                <a:schemeClr val="dk1"/>
              </a:buClr>
              <a:buSzPts val="1600"/>
              <a:buNone/>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 name="Google Shape;286;p45"/>
          <p:cNvSpPr txBox="1"/>
          <p:nvPr>
            <p:ph idx="2" type="body"/>
          </p:nvPr>
        </p:nvSpPr>
        <p:spPr>
          <a:xfrm>
            <a:off x="838200" y="3788813"/>
            <a:ext cx="2330726" cy="804859"/>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3200"/>
              <a:buNone/>
              <a:defRPr sz="32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87" name="Google Shape;287;p45"/>
          <p:cNvSpPr txBox="1"/>
          <p:nvPr>
            <p:ph idx="3" type="body"/>
          </p:nvPr>
        </p:nvSpPr>
        <p:spPr>
          <a:xfrm>
            <a:off x="838200" y="4464810"/>
            <a:ext cx="2330726" cy="438505"/>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88" name="Google Shape;288;p45"/>
          <p:cNvSpPr txBox="1"/>
          <p:nvPr>
            <p:ph idx="4" type="body"/>
          </p:nvPr>
        </p:nvSpPr>
        <p:spPr>
          <a:xfrm>
            <a:off x="838200" y="5120722"/>
            <a:ext cx="2330726" cy="853167"/>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 name="Google Shape;289;p45"/>
          <p:cNvSpPr txBox="1"/>
          <p:nvPr>
            <p:ph idx="5" type="body"/>
          </p:nvPr>
        </p:nvSpPr>
        <p:spPr>
          <a:xfrm>
            <a:off x="3811391" y="2118642"/>
            <a:ext cx="1856232" cy="166420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600"/>
              <a:buNone/>
              <a:defRPr sz="1600"/>
            </a:lvl4pPr>
            <a:lvl5pPr indent="-228600" lvl="4" marL="2286000" algn="l">
              <a:lnSpc>
                <a:spcPct val="90000"/>
              </a:lnSpc>
              <a:spcBef>
                <a:spcPts val="500"/>
              </a:spcBef>
              <a:spcAft>
                <a:spcPts val="0"/>
              </a:spcAft>
              <a:buClr>
                <a:schemeClr val="dk1"/>
              </a:buClr>
              <a:buSzPts val="1600"/>
              <a:buNone/>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 name="Google Shape;290;p45"/>
          <p:cNvSpPr txBox="1"/>
          <p:nvPr>
            <p:ph idx="6" type="body"/>
          </p:nvPr>
        </p:nvSpPr>
        <p:spPr>
          <a:xfrm>
            <a:off x="3562665" y="3788813"/>
            <a:ext cx="2342205" cy="804859"/>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3200"/>
              <a:buNone/>
              <a:defRPr sz="32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1" name="Google Shape;291;p45"/>
          <p:cNvSpPr txBox="1"/>
          <p:nvPr>
            <p:ph idx="7" type="body"/>
          </p:nvPr>
        </p:nvSpPr>
        <p:spPr>
          <a:xfrm>
            <a:off x="3562665" y="4464810"/>
            <a:ext cx="2342205" cy="438505"/>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2" name="Google Shape;292;p45"/>
          <p:cNvSpPr txBox="1"/>
          <p:nvPr>
            <p:ph idx="8" type="body"/>
          </p:nvPr>
        </p:nvSpPr>
        <p:spPr>
          <a:xfrm>
            <a:off x="3562665" y="5120722"/>
            <a:ext cx="2342205" cy="853167"/>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 name="Google Shape;293;p45"/>
          <p:cNvSpPr txBox="1"/>
          <p:nvPr>
            <p:ph idx="9" type="body"/>
          </p:nvPr>
        </p:nvSpPr>
        <p:spPr>
          <a:xfrm>
            <a:off x="6524377" y="2118642"/>
            <a:ext cx="1856232" cy="166420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600"/>
              <a:buNone/>
              <a:defRPr sz="1600"/>
            </a:lvl4pPr>
            <a:lvl5pPr indent="-228600" lvl="4" marL="2286000" algn="l">
              <a:lnSpc>
                <a:spcPct val="90000"/>
              </a:lnSpc>
              <a:spcBef>
                <a:spcPts val="500"/>
              </a:spcBef>
              <a:spcAft>
                <a:spcPts val="0"/>
              </a:spcAft>
              <a:buClr>
                <a:schemeClr val="dk1"/>
              </a:buClr>
              <a:buSzPts val="1600"/>
              <a:buNone/>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4" name="Google Shape;294;p45"/>
          <p:cNvSpPr txBox="1"/>
          <p:nvPr>
            <p:ph idx="13" type="body"/>
          </p:nvPr>
        </p:nvSpPr>
        <p:spPr>
          <a:xfrm>
            <a:off x="6298609" y="3788813"/>
            <a:ext cx="2330726" cy="804859"/>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3200"/>
              <a:buNone/>
              <a:defRPr sz="32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5" name="Google Shape;295;p45"/>
          <p:cNvSpPr txBox="1"/>
          <p:nvPr>
            <p:ph idx="14" type="body"/>
          </p:nvPr>
        </p:nvSpPr>
        <p:spPr>
          <a:xfrm>
            <a:off x="6298609" y="4464810"/>
            <a:ext cx="2330726" cy="438505"/>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6" name="Google Shape;296;p45"/>
          <p:cNvSpPr txBox="1"/>
          <p:nvPr>
            <p:ph idx="15" type="body"/>
          </p:nvPr>
        </p:nvSpPr>
        <p:spPr>
          <a:xfrm>
            <a:off x="6298609" y="5120722"/>
            <a:ext cx="2330726" cy="853167"/>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 name="Google Shape;297;p45"/>
          <p:cNvSpPr txBox="1"/>
          <p:nvPr>
            <p:ph idx="16" type="body"/>
          </p:nvPr>
        </p:nvSpPr>
        <p:spPr>
          <a:xfrm>
            <a:off x="9260321" y="2118642"/>
            <a:ext cx="1856232" cy="166420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600"/>
              <a:buNone/>
              <a:defRPr sz="1600"/>
            </a:lvl4pPr>
            <a:lvl5pPr indent="-228600" lvl="4" marL="2286000" algn="l">
              <a:lnSpc>
                <a:spcPct val="90000"/>
              </a:lnSpc>
              <a:spcBef>
                <a:spcPts val="500"/>
              </a:spcBef>
              <a:spcAft>
                <a:spcPts val="0"/>
              </a:spcAft>
              <a:buClr>
                <a:schemeClr val="dk1"/>
              </a:buClr>
              <a:buSzPts val="1600"/>
              <a:buNone/>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8" name="Google Shape;298;p45"/>
          <p:cNvSpPr txBox="1"/>
          <p:nvPr>
            <p:ph idx="17" type="body"/>
          </p:nvPr>
        </p:nvSpPr>
        <p:spPr>
          <a:xfrm>
            <a:off x="9023074" y="3788457"/>
            <a:ext cx="2330726" cy="804859"/>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3200"/>
              <a:buNone/>
              <a:defRPr sz="32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9" name="Google Shape;299;p45"/>
          <p:cNvSpPr txBox="1"/>
          <p:nvPr>
            <p:ph idx="18" type="body"/>
          </p:nvPr>
        </p:nvSpPr>
        <p:spPr>
          <a:xfrm>
            <a:off x="9023074" y="4464454"/>
            <a:ext cx="2330726" cy="438505"/>
          </a:xfrm>
          <a:prstGeom prst="rect">
            <a:avLst/>
          </a:prstGeom>
          <a:noFill/>
          <a:ln>
            <a:noFill/>
          </a:ln>
        </p:spPr>
        <p:txBody>
          <a:bodyPr anchorCtr="0" anchor="b" bIns="45700" lIns="0" spcFirstLastPara="1" rIns="0"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00" name="Google Shape;300;p45"/>
          <p:cNvSpPr txBox="1"/>
          <p:nvPr>
            <p:ph idx="19" type="body"/>
          </p:nvPr>
        </p:nvSpPr>
        <p:spPr>
          <a:xfrm>
            <a:off x="9023074" y="5120366"/>
            <a:ext cx="2330726" cy="853167"/>
          </a:xfrm>
          <a:prstGeom prst="rect">
            <a:avLst/>
          </a:prstGeom>
          <a:noFill/>
          <a:ln>
            <a:noFill/>
          </a:ln>
        </p:spPr>
        <p:txBody>
          <a:bodyPr anchorCtr="0" anchor="t" bIns="45700" lIns="0" spcFirstLastPara="1" rIns="0" wrap="square" tIns="45700">
            <a:normAutofit/>
          </a:bodyPr>
          <a:lstStyle>
            <a:lvl1pPr indent="-228600" lvl="0" marL="457200" algn="ctr">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1" name="Google Shape;301;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3" name="Google Shape;303;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888888"/>
                </a:solidFill>
                <a:latin typeface="Arial"/>
                <a:ea typeface="Arial"/>
                <a:cs typeface="Arial"/>
                <a:sym typeface="Arial"/>
              </a:defRPr>
            </a:lvl1pPr>
            <a:lvl2pPr indent="0" lvl="1" marL="0" marR="0" algn="r">
              <a:spcBef>
                <a:spcPts val="0"/>
              </a:spcBef>
              <a:buNone/>
              <a:defRPr sz="900">
                <a:solidFill>
                  <a:srgbClr val="888888"/>
                </a:solidFill>
                <a:latin typeface="Arial"/>
                <a:ea typeface="Arial"/>
                <a:cs typeface="Arial"/>
                <a:sym typeface="Arial"/>
              </a:defRPr>
            </a:lvl2pPr>
            <a:lvl3pPr indent="0" lvl="2" marL="0" marR="0" algn="r">
              <a:spcBef>
                <a:spcPts val="0"/>
              </a:spcBef>
              <a:buNone/>
              <a:defRPr sz="900">
                <a:solidFill>
                  <a:srgbClr val="888888"/>
                </a:solidFill>
                <a:latin typeface="Arial"/>
                <a:ea typeface="Arial"/>
                <a:cs typeface="Arial"/>
                <a:sym typeface="Arial"/>
              </a:defRPr>
            </a:lvl3pPr>
            <a:lvl4pPr indent="0" lvl="3" marL="0" marR="0" algn="r">
              <a:spcBef>
                <a:spcPts val="0"/>
              </a:spcBef>
              <a:buNone/>
              <a:defRPr sz="900">
                <a:solidFill>
                  <a:srgbClr val="888888"/>
                </a:solidFill>
                <a:latin typeface="Arial"/>
                <a:ea typeface="Arial"/>
                <a:cs typeface="Arial"/>
                <a:sym typeface="Arial"/>
              </a:defRPr>
            </a:lvl4pPr>
            <a:lvl5pPr indent="0" lvl="4" marL="0" marR="0" algn="r">
              <a:spcBef>
                <a:spcPts val="0"/>
              </a:spcBef>
              <a:buNone/>
              <a:defRPr sz="900">
                <a:solidFill>
                  <a:srgbClr val="888888"/>
                </a:solidFill>
                <a:latin typeface="Arial"/>
                <a:ea typeface="Arial"/>
                <a:cs typeface="Arial"/>
                <a:sym typeface="Arial"/>
              </a:defRPr>
            </a:lvl5pPr>
            <a:lvl6pPr indent="0" lvl="5" marL="0" marR="0" algn="r">
              <a:spcBef>
                <a:spcPts val="0"/>
              </a:spcBef>
              <a:buNone/>
              <a:defRPr sz="900">
                <a:solidFill>
                  <a:srgbClr val="888888"/>
                </a:solidFill>
                <a:latin typeface="Arial"/>
                <a:ea typeface="Arial"/>
                <a:cs typeface="Arial"/>
                <a:sym typeface="Arial"/>
              </a:defRPr>
            </a:lvl6pPr>
            <a:lvl7pPr indent="0" lvl="6" marL="0" marR="0" algn="r">
              <a:spcBef>
                <a:spcPts val="0"/>
              </a:spcBef>
              <a:buNone/>
              <a:defRPr sz="900">
                <a:solidFill>
                  <a:srgbClr val="888888"/>
                </a:solidFill>
                <a:latin typeface="Arial"/>
                <a:ea typeface="Arial"/>
                <a:cs typeface="Arial"/>
                <a:sym typeface="Arial"/>
              </a:defRPr>
            </a:lvl7pPr>
            <a:lvl8pPr indent="0" lvl="7" marL="0" marR="0" algn="r">
              <a:spcBef>
                <a:spcPts val="0"/>
              </a:spcBef>
              <a:buNone/>
              <a:defRPr sz="900">
                <a:solidFill>
                  <a:srgbClr val="888888"/>
                </a:solidFill>
                <a:latin typeface="Arial"/>
                <a:ea typeface="Arial"/>
                <a:cs typeface="Arial"/>
                <a:sym typeface="Arial"/>
              </a:defRPr>
            </a:lvl8pPr>
            <a:lvl9pPr indent="0" lvl="8" marL="0" marR="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
          <p:cNvSpPr txBox="1"/>
          <p:nvPr>
            <p:ph type="ctrTitle"/>
          </p:nvPr>
        </p:nvSpPr>
        <p:spPr>
          <a:xfrm>
            <a:off x="7408550" y="1525697"/>
            <a:ext cx="4741200" cy="1770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Arial"/>
              <a:buNone/>
            </a:pPr>
            <a:r>
              <a:rPr lang="en-GB"/>
              <a:t>DATA ANALYSIS PROJECT</a:t>
            </a:r>
            <a:br>
              <a:rPr lang="en-GB">
                <a:latin typeface="Arial"/>
                <a:ea typeface="Arial"/>
                <a:cs typeface="Arial"/>
                <a:sym typeface="Arial"/>
              </a:rPr>
            </a:br>
            <a:endParaRPr/>
          </a:p>
        </p:txBody>
      </p:sp>
      <p:sp>
        <p:nvSpPr>
          <p:cNvPr id="310" name="Google Shape;310;p1"/>
          <p:cNvSpPr txBox="1"/>
          <p:nvPr>
            <p:ph idx="1" type="subTitle"/>
          </p:nvPr>
        </p:nvSpPr>
        <p:spPr>
          <a:xfrm>
            <a:off x="7806157" y="3490275"/>
            <a:ext cx="3606000" cy="2714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400"/>
              <a:buNone/>
            </a:pPr>
            <a:r>
              <a:rPr b="1" lang="en-GB" sz="1800"/>
              <a:t>Nang Mo K</a:t>
            </a:r>
            <a:endParaRPr b="1" sz="1800"/>
          </a:p>
          <a:p>
            <a:pPr indent="0" lvl="0" marL="0" rtl="0" algn="l">
              <a:lnSpc>
                <a:spcPct val="100000"/>
              </a:lnSpc>
              <a:spcBef>
                <a:spcPts val="1000"/>
              </a:spcBef>
              <a:spcAft>
                <a:spcPts val="0"/>
              </a:spcAft>
              <a:buClr>
                <a:schemeClr val="dk1"/>
              </a:buClr>
              <a:buSzPts val="1400"/>
              <a:buNone/>
            </a:pPr>
            <a:r>
              <a:rPr b="1" lang="en-GB" sz="1800"/>
              <a:t>Miles M</a:t>
            </a:r>
            <a:endParaRPr b="1" sz="1800"/>
          </a:p>
          <a:p>
            <a:pPr indent="0" lvl="0" marL="0" rtl="0" algn="l">
              <a:lnSpc>
                <a:spcPct val="100000"/>
              </a:lnSpc>
              <a:spcBef>
                <a:spcPts val="1000"/>
              </a:spcBef>
              <a:spcAft>
                <a:spcPts val="0"/>
              </a:spcAft>
              <a:buClr>
                <a:schemeClr val="dk1"/>
              </a:buClr>
              <a:buSzPts val="1400"/>
              <a:buNone/>
            </a:pPr>
            <a:r>
              <a:rPr b="1" lang="en-GB" sz="1800"/>
              <a:t>Shubhangi T</a:t>
            </a:r>
            <a:endParaRPr b="1" sz="1800"/>
          </a:p>
          <a:p>
            <a:pPr indent="0" lvl="0" marL="0" rtl="0" algn="l">
              <a:lnSpc>
                <a:spcPct val="100000"/>
              </a:lnSpc>
              <a:spcBef>
                <a:spcPts val="1000"/>
              </a:spcBef>
              <a:spcAft>
                <a:spcPts val="0"/>
              </a:spcAft>
              <a:buClr>
                <a:schemeClr val="dk1"/>
              </a:buClr>
              <a:buSzPts val="1600"/>
              <a:buNone/>
            </a:pPr>
            <a:br>
              <a:rPr lang="en-GB"/>
            </a:br>
            <a:endParaRPr/>
          </a:p>
        </p:txBody>
      </p:sp>
      <p:pic>
        <p:nvPicPr>
          <p:cNvPr descr="Create a company logo: Adventure Works Cycles | 7 Logo ..." id="311" name="Google Shape;311;p1"/>
          <p:cNvPicPr preferRelativeResize="0"/>
          <p:nvPr/>
        </p:nvPicPr>
        <p:blipFill rotWithShape="1">
          <a:blip r:embed="rId3">
            <a:alphaModFix/>
          </a:blip>
          <a:srcRect b="0" l="0" r="0" t="0"/>
          <a:stretch/>
        </p:blipFill>
        <p:spPr>
          <a:xfrm>
            <a:off x="570088" y="555925"/>
            <a:ext cx="6575778" cy="547981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16" name="Shape 316"/>
        <p:cNvGrpSpPr/>
        <p:nvPr/>
      </p:nvGrpSpPr>
      <p:grpSpPr>
        <a:xfrm>
          <a:off x="0" y="0"/>
          <a:ext cx="0" cy="0"/>
          <a:chOff x="0" y="0"/>
          <a:chExt cx="0" cy="0"/>
        </a:xfrm>
      </p:grpSpPr>
      <p:sp>
        <p:nvSpPr>
          <p:cNvPr id="317" name="Google Shape;317;p3"/>
          <p:cNvSpPr txBox="1"/>
          <p:nvPr>
            <p:ph idx="1" type="body"/>
          </p:nvPr>
        </p:nvSpPr>
        <p:spPr>
          <a:xfrm>
            <a:off x="3379354" y="1193635"/>
            <a:ext cx="5433300" cy="3651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2000"/>
              <a:buNone/>
            </a:pPr>
            <a:r>
              <a:rPr b="1" lang="en-GB" sz="3000"/>
              <a:t>What we'll Cover today </a:t>
            </a:r>
            <a:endParaRPr b="1" sz="3000"/>
          </a:p>
        </p:txBody>
      </p:sp>
      <p:sp>
        <p:nvSpPr>
          <p:cNvPr id="318" name="Google Shape;318;p3"/>
          <p:cNvSpPr txBox="1"/>
          <p:nvPr>
            <p:ph idx="2" type="body"/>
          </p:nvPr>
        </p:nvSpPr>
        <p:spPr>
          <a:xfrm>
            <a:off x="2363600" y="1860050"/>
            <a:ext cx="9267600" cy="4496400"/>
          </a:xfrm>
          <a:prstGeom prst="rect">
            <a:avLst/>
          </a:prstGeom>
          <a:noFill/>
          <a:ln>
            <a:noFill/>
          </a:ln>
        </p:spPr>
        <p:txBody>
          <a:bodyPr anchorCtr="0" anchor="t" bIns="45700" lIns="91425" spcFirstLastPara="1" rIns="91425" wrap="square" tIns="45700">
            <a:noAutofit/>
          </a:bodyPr>
          <a:lstStyle/>
          <a:p>
            <a:pPr indent="-336550" lvl="0" marL="285750" rtl="0" algn="l">
              <a:lnSpc>
                <a:spcPct val="100000"/>
              </a:lnSpc>
              <a:spcBef>
                <a:spcPts val="0"/>
              </a:spcBef>
              <a:spcAft>
                <a:spcPts val="0"/>
              </a:spcAft>
              <a:buClr>
                <a:schemeClr val="dk1"/>
              </a:buClr>
              <a:buSzPts val="2400"/>
              <a:buChar char="•"/>
            </a:pPr>
            <a:r>
              <a:rPr lang="en-GB" sz="2400">
                <a:latin typeface="Arial"/>
                <a:ea typeface="Arial"/>
                <a:cs typeface="Arial"/>
                <a:sym typeface="Arial"/>
              </a:rPr>
              <a:t>Regional sales in the best performing country</a:t>
            </a:r>
            <a:endParaRPr sz="2400"/>
          </a:p>
          <a:p>
            <a:pPr indent="-336550" lvl="0" marL="285750" rtl="0" algn="l">
              <a:lnSpc>
                <a:spcPct val="100000"/>
              </a:lnSpc>
              <a:spcBef>
                <a:spcPts val="1000"/>
              </a:spcBef>
              <a:spcAft>
                <a:spcPts val="0"/>
              </a:spcAft>
              <a:buClr>
                <a:schemeClr val="dk1"/>
              </a:buClr>
              <a:buSzPts val="2400"/>
              <a:buChar char="•"/>
            </a:pPr>
            <a:r>
              <a:rPr lang="en-GB" sz="2400">
                <a:latin typeface="Arial"/>
                <a:ea typeface="Arial"/>
                <a:cs typeface="Arial"/>
                <a:sym typeface="Arial"/>
              </a:rPr>
              <a:t>Relationship between annual leave taken and bonus</a:t>
            </a:r>
            <a:endParaRPr sz="2400"/>
          </a:p>
          <a:p>
            <a:pPr indent="-336550" lvl="0" marL="285750" rtl="0" algn="l">
              <a:lnSpc>
                <a:spcPct val="100000"/>
              </a:lnSpc>
              <a:spcBef>
                <a:spcPts val="1000"/>
              </a:spcBef>
              <a:spcAft>
                <a:spcPts val="0"/>
              </a:spcAft>
              <a:buClr>
                <a:schemeClr val="dk1"/>
              </a:buClr>
              <a:buSzPts val="2400"/>
              <a:buChar char="•"/>
            </a:pPr>
            <a:r>
              <a:rPr lang="en-GB" sz="2400">
                <a:latin typeface="Arial"/>
                <a:ea typeface="Arial"/>
                <a:cs typeface="Arial"/>
                <a:sym typeface="Arial"/>
              </a:rPr>
              <a:t>Relationship between Country and Revenue</a:t>
            </a:r>
            <a:endParaRPr sz="2400"/>
          </a:p>
          <a:p>
            <a:pPr indent="-336550" lvl="0" marL="285750" rtl="0" algn="l">
              <a:lnSpc>
                <a:spcPct val="100000"/>
              </a:lnSpc>
              <a:spcBef>
                <a:spcPts val="1000"/>
              </a:spcBef>
              <a:spcAft>
                <a:spcPts val="0"/>
              </a:spcAft>
              <a:buClr>
                <a:schemeClr val="dk1"/>
              </a:buClr>
              <a:buSzPts val="2400"/>
              <a:buChar char="•"/>
            </a:pPr>
            <a:r>
              <a:rPr lang="en-GB" sz="2400">
                <a:latin typeface="Arial"/>
                <a:ea typeface="Arial"/>
                <a:cs typeface="Arial"/>
                <a:sym typeface="Arial"/>
              </a:rPr>
              <a:t>Relationship between store trading duration and revenue</a:t>
            </a:r>
            <a:endParaRPr sz="2400"/>
          </a:p>
          <a:p>
            <a:pPr indent="-336550" lvl="0" marL="285750" rtl="0" algn="l">
              <a:lnSpc>
                <a:spcPct val="100000"/>
              </a:lnSpc>
              <a:spcBef>
                <a:spcPts val="1000"/>
              </a:spcBef>
              <a:spcAft>
                <a:spcPts val="0"/>
              </a:spcAft>
              <a:buClr>
                <a:schemeClr val="dk1"/>
              </a:buClr>
              <a:buSzPts val="2400"/>
              <a:buChar char="•"/>
            </a:pPr>
            <a:r>
              <a:rPr lang="en-GB" sz="2400">
                <a:latin typeface="Arial"/>
                <a:ea typeface="Arial"/>
                <a:cs typeface="Arial"/>
                <a:sym typeface="Arial"/>
              </a:rPr>
              <a:t>Relationship between the size of the stores, number of employees and revenue</a:t>
            </a:r>
            <a:endParaRPr sz="2400"/>
          </a:p>
          <a:p>
            <a:pPr indent="-336550" lvl="0" marL="285750" rtl="0" algn="l">
              <a:lnSpc>
                <a:spcPct val="100000"/>
              </a:lnSpc>
              <a:spcBef>
                <a:spcPts val="1000"/>
              </a:spcBef>
              <a:spcAft>
                <a:spcPts val="0"/>
              </a:spcAft>
              <a:buSzPts val="2400"/>
              <a:buChar char="•"/>
            </a:pPr>
            <a:r>
              <a:rPr lang="en-GB" sz="2400"/>
              <a:t>Some collective Insights about data </a:t>
            </a:r>
            <a:endParaRPr sz="2400"/>
          </a:p>
          <a:p>
            <a:pPr indent="-215900" lvl="0" marL="285750" rtl="0" algn="l">
              <a:lnSpc>
                <a:spcPct val="100000"/>
              </a:lnSpc>
              <a:spcBef>
                <a:spcPts val="1000"/>
              </a:spcBef>
              <a:spcAft>
                <a:spcPts val="0"/>
              </a:spcAft>
              <a:buClr>
                <a:schemeClr val="dk1"/>
              </a:buClr>
              <a:buSzPts val="1100"/>
              <a:buNone/>
            </a:pPr>
            <a:r>
              <a:t/>
            </a:r>
            <a:endParaRPr sz="2400">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WHAT IS THE REGIONAL SALES IN THE BEST PERFORMING COUNTRY? </a:t>
            </a:r>
            <a:endParaRPr/>
          </a:p>
        </p:txBody>
      </p:sp>
      <p:sp>
        <p:nvSpPr>
          <p:cNvPr id="324" name="Google Shape;324;p4"/>
          <p:cNvSpPr txBox="1"/>
          <p:nvPr/>
        </p:nvSpPr>
        <p:spPr>
          <a:xfrm>
            <a:off x="547025" y="2800250"/>
            <a:ext cx="3535200" cy="3417000"/>
          </a:xfrm>
          <a:prstGeom prst="rect">
            <a:avLst/>
          </a:prstGeom>
          <a:noFill/>
          <a:ln>
            <a:noFill/>
          </a:ln>
        </p:spPr>
        <p:txBody>
          <a:bodyPr anchorCtr="0" anchor="t" bIns="45700" lIns="91425" spcFirstLastPara="1" rIns="91425" wrap="square" tIns="45700">
            <a:spAutoFit/>
          </a:bodyPr>
          <a:lstStyle/>
          <a:p>
            <a:pPr indent="-209550" lvl="0" marL="17145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Best performing sale is in US country </a:t>
            </a:r>
            <a:endParaRPr sz="2400"/>
          </a:p>
          <a:p>
            <a:pPr indent="-209550" lvl="0" marL="17145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Southwest region is the market leader.</a:t>
            </a:r>
            <a:endParaRPr sz="2400"/>
          </a:p>
          <a:p>
            <a:pPr indent="-209550" lvl="0" marL="171450" marR="0" rtl="0" algn="l">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Northwest region holds the position of the second-highest market.</a:t>
            </a:r>
            <a:endParaRPr b="0" i="0" sz="24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0" i="0" lang="en-GB" sz="2400" u="none" cap="none" strike="noStrike">
                <a:solidFill>
                  <a:schemeClr val="dk1"/>
                </a:solidFill>
                <a:latin typeface="Arial"/>
                <a:ea typeface="Arial"/>
                <a:cs typeface="Arial"/>
                <a:sym typeface="Arial"/>
              </a:rPr>
              <a:t>  </a:t>
            </a:r>
            <a:endParaRPr sz="2400">
              <a:solidFill>
                <a:schemeClr val="dk1"/>
              </a:solidFill>
              <a:latin typeface="Arial"/>
              <a:ea typeface="Arial"/>
              <a:cs typeface="Arial"/>
              <a:sym typeface="Arial"/>
            </a:endParaRPr>
          </a:p>
        </p:txBody>
      </p:sp>
      <p:pic>
        <p:nvPicPr>
          <p:cNvPr id="325" name="Google Shape;325;p4"/>
          <p:cNvPicPr preferRelativeResize="0"/>
          <p:nvPr/>
        </p:nvPicPr>
        <p:blipFill>
          <a:blip r:embed="rId3">
            <a:alphaModFix/>
          </a:blip>
          <a:stretch>
            <a:fillRect/>
          </a:stretch>
        </p:blipFill>
        <p:spPr>
          <a:xfrm>
            <a:off x="3989647" y="1843088"/>
            <a:ext cx="8049953" cy="43250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 WHAT IS THE RELATIONSHIP BETWEEN ANNUAL LEAVE TAKEN AND BONUS? </a:t>
            </a:r>
            <a:endParaRPr b="1"/>
          </a:p>
        </p:txBody>
      </p:sp>
      <p:pic>
        <p:nvPicPr>
          <p:cNvPr id="331" name="Google Shape;331;p5"/>
          <p:cNvPicPr preferRelativeResize="0"/>
          <p:nvPr/>
        </p:nvPicPr>
        <p:blipFill rotWithShape="1">
          <a:blip r:embed="rId3">
            <a:alphaModFix/>
          </a:blip>
          <a:srcRect b="0" l="0" r="0" t="0"/>
          <a:stretch/>
        </p:blipFill>
        <p:spPr>
          <a:xfrm>
            <a:off x="3863275" y="1506975"/>
            <a:ext cx="8071001" cy="4888425"/>
          </a:xfrm>
          <a:prstGeom prst="rect">
            <a:avLst/>
          </a:prstGeom>
          <a:noFill/>
          <a:ln>
            <a:noFill/>
          </a:ln>
        </p:spPr>
      </p:pic>
      <p:sp>
        <p:nvSpPr>
          <p:cNvPr id="332" name="Google Shape;332;p5"/>
          <p:cNvSpPr txBox="1"/>
          <p:nvPr/>
        </p:nvSpPr>
        <p:spPr>
          <a:xfrm>
            <a:off x="302200" y="2684925"/>
            <a:ext cx="3746400" cy="3632700"/>
          </a:xfrm>
          <a:prstGeom prst="rect">
            <a:avLst/>
          </a:prstGeom>
          <a:noFill/>
          <a:ln>
            <a:noFill/>
          </a:ln>
        </p:spPr>
        <p:txBody>
          <a:bodyPr anchorCtr="0" anchor="t" bIns="45700" lIns="91425" spcFirstLastPara="1" rIns="91425" wrap="square" tIns="45700">
            <a:spAutoFit/>
          </a:bodyPr>
          <a:lstStyle/>
          <a:p>
            <a:pPr indent="-317500" lvl="0" marL="285750" marR="0" rtl="0" algn="l">
              <a:spcBef>
                <a:spcPts val="0"/>
              </a:spcBef>
              <a:spcAft>
                <a:spcPts val="0"/>
              </a:spcAft>
              <a:buClr>
                <a:schemeClr val="dk1"/>
              </a:buClr>
              <a:buSzPts val="2300"/>
              <a:buFont typeface="Arial"/>
              <a:buChar char="•"/>
            </a:pPr>
            <a:r>
              <a:rPr lang="en-GB" sz="2300">
                <a:solidFill>
                  <a:schemeClr val="dk1"/>
                </a:solidFill>
              </a:rPr>
              <a:t>Bonuses are only given to sales employees.</a:t>
            </a:r>
            <a:endParaRPr sz="2300">
              <a:solidFill>
                <a:schemeClr val="dk1"/>
              </a:solidFill>
            </a:endParaRPr>
          </a:p>
          <a:p>
            <a:pPr indent="-317500" lvl="0" marL="285750" marR="0" rtl="0" algn="l">
              <a:spcBef>
                <a:spcPts val="0"/>
              </a:spcBef>
              <a:spcAft>
                <a:spcPts val="0"/>
              </a:spcAft>
              <a:buClr>
                <a:schemeClr val="dk1"/>
              </a:buClr>
              <a:buSzPts val="2300"/>
              <a:buFont typeface="Arial"/>
              <a:buChar char="•"/>
            </a:pPr>
            <a:r>
              <a:rPr lang="en-GB" sz="2300">
                <a:solidFill>
                  <a:schemeClr val="dk1"/>
                </a:solidFill>
                <a:latin typeface="Arial"/>
                <a:ea typeface="Arial"/>
                <a:cs typeface="Arial"/>
                <a:sym typeface="Arial"/>
              </a:rPr>
              <a:t>The relationship is not strong or consistent.</a:t>
            </a:r>
            <a:endParaRPr sz="2300">
              <a:solidFill>
                <a:schemeClr val="dk1"/>
              </a:solidFill>
              <a:latin typeface="Arial"/>
              <a:ea typeface="Arial"/>
              <a:cs typeface="Arial"/>
              <a:sym typeface="Arial"/>
            </a:endParaRPr>
          </a:p>
          <a:p>
            <a:pPr indent="-317500" lvl="0" marL="285750" marR="0" rtl="0" algn="l">
              <a:spcBef>
                <a:spcPts val="0"/>
              </a:spcBef>
              <a:spcAft>
                <a:spcPts val="0"/>
              </a:spcAft>
              <a:buClr>
                <a:schemeClr val="dk1"/>
              </a:buClr>
              <a:buSzPts val="2300"/>
              <a:buFont typeface="Arial"/>
              <a:buChar char="•"/>
            </a:pPr>
            <a:r>
              <a:rPr lang="en-GB" sz="2300">
                <a:solidFill>
                  <a:schemeClr val="dk1"/>
                </a:solidFill>
              </a:rPr>
              <a:t>L</a:t>
            </a:r>
            <a:r>
              <a:rPr lang="en-GB" sz="2300">
                <a:solidFill>
                  <a:schemeClr val="dk1"/>
                </a:solidFill>
                <a:latin typeface="Arial"/>
                <a:ea typeface="Arial"/>
                <a:cs typeface="Arial"/>
                <a:sym typeface="Arial"/>
              </a:rPr>
              <a:t>eave is not a major factor as it does not significantly impact bonus decisions.</a:t>
            </a:r>
            <a:endParaRPr sz="2300">
              <a:solidFill>
                <a:schemeClr val="dk1"/>
              </a:solidFill>
              <a:latin typeface="Arial"/>
              <a:ea typeface="Arial"/>
              <a:cs typeface="Arial"/>
              <a:sym typeface="Arial"/>
            </a:endParaRPr>
          </a:p>
          <a:p>
            <a:pPr indent="0" lvl="0" marL="0" marR="0" rtl="0" algn="l">
              <a:spcBef>
                <a:spcPts val="0"/>
              </a:spcBef>
              <a:spcAft>
                <a:spcPts val="0"/>
              </a:spcAft>
              <a:buNone/>
            </a:pPr>
            <a:r>
              <a:t/>
            </a:r>
            <a:endParaRPr sz="2300">
              <a:solidFill>
                <a:schemeClr val="dk1"/>
              </a:solidFill>
            </a:endParaRPr>
          </a:p>
          <a:p>
            <a:pPr indent="0" lvl="0" marL="0" rtl="0" algn="ctr">
              <a:spcBef>
                <a:spcPts val="0"/>
              </a:spcBef>
              <a:spcAft>
                <a:spcPts val="0"/>
              </a:spcAft>
              <a:buNone/>
            </a:pPr>
            <a:r>
              <a:t/>
            </a:r>
            <a:endParaRPr sz="23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6"/>
          <p:cNvPicPr preferRelativeResize="0"/>
          <p:nvPr/>
        </p:nvPicPr>
        <p:blipFill rotWithShape="1">
          <a:blip r:embed="rId3">
            <a:alphaModFix/>
          </a:blip>
          <a:srcRect b="0" l="0" r="0" t="0"/>
          <a:stretch/>
        </p:blipFill>
        <p:spPr>
          <a:xfrm>
            <a:off x="3239825" y="1357200"/>
            <a:ext cx="8850750" cy="5016150"/>
          </a:xfrm>
          <a:prstGeom prst="rect">
            <a:avLst/>
          </a:prstGeom>
          <a:noFill/>
          <a:ln>
            <a:noFill/>
          </a:ln>
        </p:spPr>
      </p:pic>
      <p:sp>
        <p:nvSpPr>
          <p:cNvPr id="338" name="Google Shape;338;p6"/>
          <p:cNvSpPr txBox="1"/>
          <p:nvPr>
            <p:ph type="title"/>
          </p:nvPr>
        </p:nvSpPr>
        <p:spPr>
          <a:xfrm>
            <a:off x="838200" y="365125"/>
            <a:ext cx="10515600" cy="1093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RELATIONSHIP BETWEEN OTHER FIELDS AND BONUS? </a:t>
            </a:r>
            <a:endParaRPr b="1"/>
          </a:p>
        </p:txBody>
      </p:sp>
      <p:sp>
        <p:nvSpPr>
          <p:cNvPr id="339" name="Google Shape;339;p6"/>
          <p:cNvSpPr txBox="1"/>
          <p:nvPr/>
        </p:nvSpPr>
        <p:spPr>
          <a:xfrm>
            <a:off x="0" y="2415925"/>
            <a:ext cx="3121800" cy="266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300">
                <a:solidFill>
                  <a:schemeClr val="dk1"/>
                </a:solidFill>
              </a:rPr>
              <a:t>Bonuses are mainly influenced by compensation structure (commission and quotas) rather than operational behaviors like leave.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 WHAT IS THE RELATIONSHIP BETWEEN COUNTRY AND REVENUE?</a:t>
            </a:r>
            <a:endParaRPr/>
          </a:p>
        </p:txBody>
      </p:sp>
      <p:pic>
        <p:nvPicPr>
          <p:cNvPr id="345" name="Google Shape;345;p7"/>
          <p:cNvPicPr preferRelativeResize="0"/>
          <p:nvPr/>
        </p:nvPicPr>
        <p:blipFill rotWithShape="1">
          <a:blip r:embed="rId3">
            <a:alphaModFix/>
          </a:blip>
          <a:srcRect b="0" l="0" r="0" t="0"/>
          <a:stretch/>
        </p:blipFill>
        <p:spPr>
          <a:xfrm>
            <a:off x="4631900" y="1380149"/>
            <a:ext cx="7560101" cy="4634025"/>
          </a:xfrm>
          <a:prstGeom prst="rect">
            <a:avLst/>
          </a:prstGeom>
          <a:noFill/>
          <a:ln>
            <a:noFill/>
          </a:ln>
        </p:spPr>
      </p:pic>
      <p:sp>
        <p:nvSpPr>
          <p:cNvPr id="346" name="Google Shape;346;p7"/>
          <p:cNvSpPr txBox="1"/>
          <p:nvPr/>
        </p:nvSpPr>
        <p:spPr>
          <a:xfrm>
            <a:off x="0" y="2032002"/>
            <a:ext cx="4781400" cy="2678100"/>
          </a:xfrm>
          <a:prstGeom prst="rect">
            <a:avLst/>
          </a:prstGeom>
          <a:noFill/>
          <a:ln>
            <a:noFill/>
          </a:ln>
        </p:spPr>
        <p:txBody>
          <a:bodyPr anchorCtr="0" anchor="t" bIns="45700" lIns="91425" spcFirstLastPara="1" rIns="91425" wrap="square" tIns="45700">
            <a:spAutoFit/>
          </a:bodyPr>
          <a:lstStyle/>
          <a:p>
            <a:pPr indent="-349250" lvl="0" marL="285750" marR="0" rtl="0" algn="l">
              <a:spcBef>
                <a:spcPts val="0"/>
              </a:spcBef>
              <a:spcAft>
                <a:spcPts val="0"/>
              </a:spcAft>
              <a:buClr>
                <a:schemeClr val="dk1"/>
              </a:buClr>
              <a:buSzPts val="2800"/>
              <a:buFont typeface="Arial"/>
              <a:buChar char="•"/>
            </a:pPr>
            <a:r>
              <a:rPr lang="en-GB" sz="2800">
                <a:solidFill>
                  <a:schemeClr val="dk1"/>
                </a:solidFill>
                <a:latin typeface="Arial"/>
                <a:ea typeface="Arial"/>
                <a:cs typeface="Arial"/>
                <a:sym typeface="Arial"/>
              </a:rPr>
              <a:t>United States has the highest revenue.</a:t>
            </a:r>
            <a:endParaRPr sz="2800"/>
          </a:p>
          <a:p>
            <a:pPr indent="-349250" lvl="0" marL="285750" marR="0" rtl="0" algn="l">
              <a:spcBef>
                <a:spcPts val="0"/>
              </a:spcBef>
              <a:spcAft>
                <a:spcPts val="0"/>
              </a:spcAft>
              <a:buClr>
                <a:schemeClr val="dk1"/>
              </a:buClr>
              <a:buSzPts val="2800"/>
              <a:buFont typeface="Arial"/>
              <a:buChar char="•"/>
            </a:pPr>
            <a:r>
              <a:rPr lang="en-GB" sz="2800">
                <a:solidFill>
                  <a:schemeClr val="dk1"/>
                </a:solidFill>
                <a:latin typeface="Arial"/>
                <a:ea typeface="Arial"/>
                <a:cs typeface="Arial"/>
                <a:sym typeface="Arial"/>
              </a:rPr>
              <a:t>Followed by Canada and Australia respectively.</a:t>
            </a:r>
            <a:endParaRPr sz="2800"/>
          </a:p>
          <a:p>
            <a:pPr indent="-349250" lvl="0" marL="285750" marR="0" rtl="0" algn="l">
              <a:spcBef>
                <a:spcPts val="0"/>
              </a:spcBef>
              <a:spcAft>
                <a:spcPts val="0"/>
              </a:spcAft>
              <a:buClr>
                <a:schemeClr val="dk1"/>
              </a:buClr>
              <a:buSzPts val="2800"/>
              <a:buFont typeface="Arial"/>
              <a:buChar char="•"/>
            </a:pPr>
            <a:r>
              <a:rPr lang="en-GB" sz="2800">
                <a:solidFill>
                  <a:schemeClr val="dk1"/>
                </a:solidFill>
              </a:rPr>
              <a:t>European countries are the worst performing.</a:t>
            </a:r>
            <a:endParaRPr sz="28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ANALYSIS OF AVERAGE ORDER VALUE AND SALES</a:t>
            </a:r>
            <a:endParaRPr b="1"/>
          </a:p>
        </p:txBody>
      </p:sp>
      <p:sp>
        <p:nvSpPr>
          <p:cNvPr id="353" name="Google Shape;353;p8"/>
          <p:cNvSpPr/>
          <p:nvPr>
            <p:ph idx="2" type="dgm"/>
          </p:nvPr>
        </p:nvSpPr>
        <p:spPr>
          <a:xfrm>
            <a:off x="109925" y="1690701"/>
            <a:ext cx="4509000" cy="4352700"/>
          </a:xfrm>
          <a:prstGeom prst="rect">
            <a:avLst/>
          </a:prstGeom>
          <a:noFill/>
          <a:ln>
            <a:noFill/>
          </a:ln>
        </p:spPr>
        <p:txBody>
          <a:bodyPr anchorCtr="0" anchor="t" bIns="45700" lIns="91425" spcFirstLastPara="1" rIns="91425" wrap="square" tIns="45700">
            <a:normAutofit/>
          </a:bodyPr>
          <a:lstStyle/>
          <a:p>
            <a:pPr indent="-254000" lvl="0" marL="228600" marR="0" rtl="0" algn="l">
              <a:lnSpc>
                <a:spcPct val="90000"/>
              </a:lnSpc>
              <a:spcBef>
                <a:spcPts val="0"/>
              </a:spcBef>
              <a:spcAft>
                <a:spcPts val="0"/>
              </a:spcAft>
              <a:buClr>
                <a:schemeClr val="dk1"/>
              </a:buClr>
              <a:buSzPts val="2800"/>
              <a:buFont typeface="Arial"/>
              <a:buChar char="•"/>
            </a:pPr>
            <a:r>
              <a:rPr b="0" i="0" lang="en-GB" u="none" cap="none" strike="noStrike">
                <a:solidFill>
                  <a:schemeClr val="dk1"/>
                </a:solidFill>
                <a:latin typeface="Arial"/>
                <a:ea typeface="Arial"/>
                <a:cs typeface="Arial"/>
                <a:sym typeface="Arial"/>
              </a:rPr>
              <a:t>Market leader, United States followed by Canada. </a:t>
            </a:r>
            <a:endParaRPr/>
          </a:p>
          <a:p>
            <a:pPr indent="-254000" lvl="0" marL="228600" marR="0" rtl="0" algn="l">
              <a:lnSpc>
                <a:spcPct val="90000"/>
              </a:lnSpc>
              <a:spcBef>
                <a:spcPts val="1000"/>
              </a:spcBef>
              <a:spcAft>
                <a:spcPts val="0"/>
              </a:spcAft>
              <a:buClr>
                <a:schemeClr val="dk1"/>
              </a:buClr>
              <a:buSzPts val="2800"/>
              <a:buFont typeface="Arial"/>
              <a:buChar char="•"/>
            </a:pPr>
            <a:r>
              <a:rPr b="0" i="0" lang="en-GB" u="none" cap="none" strike="noStrike">
                <a:solidFill>
                  <a:schemeClr val="dk1"/>
                </a:solidFill>
                <a:latin typeface="Arial"/>
                <a:ea typeface="Arial"/>
                <a:cs typeface="Arial"/>
                <a:sym typeface="Arial"/>
              </a:rPr>
              <a:t>Australia is an anomaly. </a:t>
            </a:r>
            <a:endParaRPr/>
          </a:p>
          <a:p>
            <a:pPr indent="-254000" lvl="1" marL="685800" marR="0" rtl="0" algn="l">
              <a:lnSpc>
                <a:spcPct val="90000"/>
              </a:lnSpc>
              <a:spcBef>
                <a:spcPts val="500"/>
              </a:spcBef>
              <a:spcAft>
                <a:spcPts val="0"/>
              </a:spcAft>
              <a:buClr>
                <a:schemeClr val="dk1"/>
              </a:buClr>
              <a:buSzPts val="2800"/>
              <a:buFont typeface="Arial"/>
              <a:buChar char="•"/>
            </a:pPr>
            <a:r>
              <a:rPr b="0" i="0" lang="en-GB" sz="2800" u="none" cap="none" strike="noStrike">
                <a:solidFill>
                  <a:schemeClr val="dk1"/>
                </a:solidFill>
                <a:latin typeface="Arial"/>
                <a:ea typeface="Arial"/>
                <a:cs typeface="Arial"/>
                <a:sym typeface="Arial"/>
              </a:rPr>
              <a:t>High total orders</a:t>
            </a:r>
            <a:endParaRPr sz="2800"/>
          </a:p>
          <a:p>
            <a:pPr indent="-254000" lvl="1" marL="685800" marR="0" rtl="0" algn="l">
              <a:lnSpc>
                <a:spcPct val="90000"/>
              </a:lnSpc>
              <a:spcBef>
                <a:spcPts val="500"/>
              </a:spcBef>
              <a:spcAft>
                <a:spcPts val="0"/>
              </a:spcAft>
              <a:buClr>
                <a:schemeClr val="dk1"/>
              </a:buClr>
              <a:buSzPts val="2800"/>
              <a:buFont typeface="Arial"/>
              <a:buChar char="•"/>
            </a:pPr>
            <a:r>
              <a:rPr b="0" i="0" lang="en-GB" sz="2800" u="none" cap="none" strike="noStrike">
                <a:solidFill>
                  <a:schemeClr val="dk1"/>
                </a:solidFill>
                <a:latin typeface="Arial"/>
                <a:ea typeface="Arial"/>
                <a:cs typeface="Arial"/>
                <a:sym typeface="Arial"/>
              </a:rPr>
              <a:t>Lowest in average order value.</a:t>
            </a:r>
            <a:endParaRPr sz="2800"/>
          </a:p>
          <a:p>
            <a:pPr indent="-228600" lvl="0" marL="228600" marR="0" rtl="0" algn="l">
              <a:lnSpc>
                <a:spcPct val="90000"/>
              </a:lnSpc>
              <a:spcBef>
                <a:spcPts val="0"/>
              </a:spcBef>
              <a:spcAft>
                <a:spcPts val="0"/>
              </a:spcAft>
              <a:buSzPts val="2800"/>
              <a:buChar char="•"/>
            </a:pPr>
            <a:r>
              <a:rPr lang="en-GB"/>
              <a:t>Better calculation can be made with sales per capita.</a:t>
            </a:r>
            <a:endParaRPr sz="2800"/>
          </a:p>
          <a:p>
            <a:pPr indent="0" lvl="0" marL="0" marR="0" rtl="0" algn="l">
              <a:lnSpc>
                <a:spcPct val="90000"/>
              </a:lnSpc>
              <a:spcBef>
                <a:spcPts val="500"/>
              </a:spcBef>
              <a:spcAft>
                <a:spcPts val="0"/>
              </a:spcAft>
              <a:buNone/>
            </a:pPr>
            <a:r>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p:txBody>
      </p:sp>
      <p:pic>
        <p:nvPicPr>
          <p:cNvPr id="354" name="Google Shape;354;p8"/>
          <p:cNvPicPr preferRelativeResize="0"/>
          <p:nvPr/>
        </p:nvPicPr>
        <p:blipFill>
          <a:blip r:embed="rId3">
            <a:alphaModFix/>
          </a:blip>
          <a:stretch>
            <a:fillRect/>
          </a:stretch>
        </p:blipFill>
        <p:spPr>
          <a:xfrm>
            <a:off x="4562024" y="1292775"/>
            <a:ext cx="7629975" cy="5086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WHAT IS THE RELATIONSHIP BETWEEN STORE TRADING DURATION AND REVENUE? </a:t>
            </a:r>
            <a:endParaRPr b="1"/>
          </a:p>
        </p:txBody>
      </p:sp>
      <p:sp>
        <p:nvSpPr>
          <p:cNvPr id="361" name="Google Shape;361;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Pitch Deck</a:t>
            </a:r>
            <a:endParaRPr/>
          </a:p>
        </p:txBody>
      </p:sp>
      <p:sp>
        <p:nvSpPr>
          <p:cNvPr id="362" name="Google Shape;362;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363" name="Google Shape;363;p12"/>
          <p:cNvPicPr preferRelativeResize="0"/>
          <p:nvPr/>
        </p:nvPicPr>
        <p:blipFill rotWithShape="1">
          <a:blip r:embed="rId3">
            <a:alphaModFix/>
          </a:blip>
          <a:srcRect b="0" l="0" r="0" t="0"/>
          <a:stretch/>
        </p:blipFill>
        <p:spPr>
          <a:xfrm>
            <a:off x="1366016" y="1554108"/>
            <a:ext cx="9459967" cy="50756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13"/>
          <p:cNvSpPr txBox="1"/>
          <p:nvPr>
            <p:ph type="title"/>
          </p:nvPr>
        </p:nvSpPr>
        <p:spPr>
          <a:xfrm>
            <a:off x="873475" y="266400"/>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WHAT IS THE RELATIONSHIP BETWEEN STORE TRADING DURATION AND REVENUE? </a:t>
            </a:r>
            <a:endParaRPr b="1"/>
          </a:p>
        </p:txBody>
      </p:sp>
      <p:sp>
        <p:nvSpPr>
          <p:cNvPr id="369" name="Google Shape;369;p13"/>
          <p:cNvSpPr/>
          <p:nvPr>
            <p:ph idx="2" type="dgm"/>
          </p:nvPr>
        </p:nvSpPr>
        <p:spPr>
          <a:xfrm>
            <a:off x="97500" y="2265225"/>
            <a:ext cx="3732900" cy="954900"/>
          </a:xfrm>
          <a:prstGeom prst="rect">
            <a:avLst/>
          </a:prstGeom>
          <a:noFill/>
          <a:ln>
            <a:noFill/>
          </a:ln>
        </p:spPr>
        <p:txBody>
          <a:bodyPr anchorCtr="0" anchor="t" bIns="45700" lIns="91425" spcFirstLastPara="1" rIns="91425" wrap="square" tIns="45700">
            <a:normAutofit/>
          </a:bodyPr>
          <a:lstStyle/>
          <a:p>
            <a:pPr indent="-406400" lvl="0" marL="457200" marR="0" rtl="0" algn="l">
              <a:lnSpc>
                <a:spcPct val="90000"/>
              </a:lnSpc>
              <a:spcBef>
                <a:spcPts val="0"/>
              </a:spcBef>
              <a:spcAft>
                <a:spcPts val="0"/>
              </a:spcAft>
              <a:buClr>
                <a:srgbClr val="434343"/>
              </a:buClr>
              <a:buSzPts val="2800"/>
              <a:buChar char="•"/>
            </a:pPr>
            <a:r>
              <a:rPr lang="en-GB">
                <a:solidFill>
                  <a:srgbClr val="434343"/>
                </a:solidFill>
              </a:rPr>
              <a:t>Year 4 revenue</a:t>
            </a:r>
            <a:endParaRPr>
              <a:solidFill>
                <a:srgbClr val="434343"/>
              </a:solidFill>
            </a:endParaRPr>
          </a:p>
          <a:p>
            <a:pPr indent="457200" lvl="0" marL="0" marR="0" rtl="0" algn="l">
              <a:lnSpc>
                <a:spcPct val="90000"/>
              </a:lnSpc>
              <a:spcBef>
                <a:spcPts val="0"/>
              </a:spcBef>
              <a:spcAft>
                <a:spcPts val="0"/>
              </a:spcAft>
              <a:buNone/>
            </a:pPr>
            <a:r>
              <a:rPr lang="en-GB">
                <a:solidFill>
                  <a:srgbClr val="434343"/>
                </a:solidFill>
              </a:rPr>
              <a:t>drop off</a:t>
            </a:r>
            <a:endParaRPr>
              <a:solidFill>
                <a:srgbClr val="434343"/>
              </a:solidFill>
            </a:endParaRPr>
          </a:p>
          <a:p>
            <a:pPr indent="0" lvl="0" marL="457200" marR="0" rtl="0" algn="l">
              <a:lnSpc>
                <a:spcPct val="90000"/>
              </a:lnSpc>
              <a:spcBef>
                <a:spcPts val="0"/>
              </a:spcBef>
              <a:spcAft>
                <a:spcPts val="0"/>
              </a:spcAft>
              <a:buNone/>
            </a:pPr>
            <a:r>
              <a:t/>
            </a:r>
            <a:endParaRPr>
              <a:solidFill>
                <a:srgbClr val="434343"/>
              </a:solidFill>
            </a:endParaRPr>
          </a:p>
          <a:p>
            <a:pPr indent="0" lvl="0" marL="457200" marR="0" rtl="0" algn="l">
              <a:lnSpc>
                <a:spcPct val="90000"/>
              </a:lnSpc>
              <a:spcBef>
                <a:spcPts val="0"/>
              </a:spcBef>
              <a:spcAft>
                <a:spcPts val="0"/>
              </a:spcAft>
              <a:buNone/>
            </a:pPr>
            <a:r>
              <a:t/>
            </a:r>
            <a:endParaRPr>
              <a:solidFill>
                <a:srgbClr val="434343"/>
              </a:solidFill>
            </a:endParaRPr>
          </a:p>
          <a:p>
            <a:pPr indent="0" lvl="0" marL="0" marR="0" rtl="0" algn="l">
              <a:lnSpc>
                <a:spcPct val="90000"/>
              </a:lnSpc>
              <a:spcBef>
                <a:spcPts val="0"/>
              </a:spcBef>
              <a:spcAft>
                <a:spcPts val="0"/>
              </a:spcAft>
              <a:buNone/>
            </a:pPr>
            <a:r>
              <a:t/>
            </a:r>
            <a:endParaRPr/>
          </a:p>
          <a:p>
            <a:pPr indent="0" lvl="0" marL="0" marR="0" rtl="0" algn="l">
              <a:lnSpc>
                <a:spcPct val="90000"/>
              </a:lnSpc>
              <a:spcBef>
                <a:spcPts val="0"/>
              </a:spcBef>
              <a:spcAft>
                <a:spcPts val="0"/>
              </a:spcAft>
              <a:buNone/>
            </a:pPr>
            <a:r>
              <a:t/>
            </a:r>
            <a:endParaRPr/>
          </a:p>
        </p:txBody>
      </p:sp>
      <p:pic>
        <p:nvPicPr>
          <p:cNvPr id="370" name="Google Shape;370;p13"/>
          <p:cNvPicPr preferRelativeResize="0"/>
          <p:nvPr/>
        </p:nvPicPr>
        <p:blipFill rotWithShape="1">
          <a:blip r:embed="rId3">
            <a:alphaModFix/>
          </a:blip>
          <a:srcRect b="0" l="0" r="0" t="0"/>
          <a:stretch/>
        </p:blipFill>
        <p:spPr>
          <a:xfrm>
            <a:off x="3329375" y="1319800"/>
            <a:ext cx="8565376" cy="5313976"/>
          </a:xfrm>
          <a:prstGeom prst="rect">
            <a:avLst/>
          </a:prstGeom>
          <a:noFill/>
          <a:ln>
            <a:noFill/>
          </a:ln>
        </p:spPr>
      </p:pic>
      <p:sp>
        <p:nvSpPr>
          <p:cNvPr id="371" name="Google Shape;371;p13"/>
          <p:cNvSpPr txBox="1"/>
          <p:nvPr/>
        </p:nvSpPr>
        <p:spPr>
          <a:xfrm>
            <a:off x="10350" y="2931025"/>
            <a:ext cx="3341700" cy="572700"/>
          </a:xfrm>
          <a:prstGeom prst="rect">
            <a:avLst/>
          </a:prstGeom>
          <a:noFill/>
          <a:ln>
            <a:noFill/>
          </a:ln>
        </p:spPr>
        <p:txBody>
          <a:bodyPr anchorCtr="0" anchor="t" bIns="91425" lIns="91425" spcFirstLastPara="1" rIns="91425" wrap="square" tIns="91425">
            <a:spAutoFit/>
          </a:bodyPr>
          <a:lstStyle/>
          <a:p>
            <a:pPr indent="0" lvl="0" marL="457200" rtl="0" algn="l">
              <a:lnSpc>
                <a:spcPct val="90000"/>
              </a:lnSpc>
              <a:spcBef>
                <a:spcPts val="0"/>
              </a:spcBef>
              <a:spcAft>
                <a:spcPts val="0"/>
              </a:spcAft>
              <a:buClr>
                <a:schemeClr val="dk1"/>
              </a:buClr>
              <a:buSzPts val="1100"/>
              <a:buFont typeface="Arial"/>
              <a:buNone/>
            </a:pPr>
            <a:r>
              <a:t/>
            </a:r>
            <a:endParaRPr sz="2800">
              <a:solidFill>
                <a:schemeClr val="dk1"/>
              </a:solidFill>
            </a:endParaRPr>
          </a:p>
        </p:txBody>
      </p:sp>
      <p:sp>
        <p:nvSpPr>
          <p:cNvPr id="372" name="Google Shape;372;p13"/>
          <p:cNvSpPr txBox="1"/>
          <p:nvPr/>
        </p:nvSpPr>
        <p:spPr>
          <a:xfrm>
            <a:off x="97500" y="3554700"/>
            <a:ext cx="3558600" cy="1779300"/>
          </a:xfrm>
          <a:prstGeom prst="rect">
            <a:avLst/>
          </a:prstGeom>
          <a:noFill/>
          <a:ln>
            <a:noFill/>
          </a:ln>
        </p:spPr>
        <p:txBody>
          <a:bodyPr anchorCtr="0" anchor="t" bIns="91425" lIns="91425" spcFirstLastPara="1" rIns="91425" wrap="square" tIns="91425">
            <a:spAutoFit/>
          </a:bodyPr>
          <a:lstStyle/>
          <a:p>
            <a:pPr indent="-406400" lvl="0" marL="457200" rtl="0" algn="l">
              <a:lnSpc>
                <a:spcPct val="90000"/>
              </a:lnSpc>
              <a:spcBef>
                <a:spcPts val="0"/>
              </a:spcBef>
              <a:spcAft>
                <a:spcPts val="0"/>
              </a:spcAft>
              <a:buClr>
                <a:srgbClr val="434343"/>
              </a:buClr>
              <a:buSzPts val="2800"/>
              <a:buChar char="•"/>
            </a:pPr>
            <a:r>
              <a:rPr lang="en-GB" sz="2800">
                <a:solidFill>
                  <a:srgbClr val="434343"/>
                </a:solidFill>
              </a:rPr>
              <a:t>Suggest tracking</a:t>
            </a:r>
            <a:endParaRPr sz="2800">
              <a:solidFill>
                <a:srgbClr val="434343"/>
              </a:solidFill>
            </a:endParaRPr>
          </a:p>
          <a:p>
            <a:pPr indent="0" lvl="0" marL="457200" rtl="0" algn="l">
              <a:lnSpc>
                <a:spcPct val="90000"/>
              </a:lnSpc>
              <a:spcBef>
                <a:spcPts val="0"/>
              </a:spcBef>
              <a:spcAft>
                <a:spcPts val="0"/>
              </a:spcAft>
              <a:buClr>
                <a:schemeClr val="dk1"/>
              </a:buClr>
              <a:buSzPts val="1100"/>
              <a:buFont typeface="Arial"/>
              <a:buNone/>
            </a:pPr>
            <a:r>
              <a:rPr lang="en-GB" sz="2800">
                <a:solidFill>
                  <a:srgbClr val="434343"/>
                </a:solidFill>
              </a:rPr>
              <a:t>aggregated sales</a:t>
            </a:r>
            <a:endParaRPr sz="2800">
              <a:solidFill>
                <a:srgbClr val="434343"/>
              </a:solidFill>
            </a:endParaRPr>
          </a:p>
          <a:p>
            <a:pPr indent="0" lvl="0" marL="457200" rtl="0" algn="l">
              <a:lnSpc>
                <a:spcPct val="90000"/>
              </a:lnSpc>
              <a:spcBef>
                <a:spcPts val="0"/>
              </a:spcBef>
              <a:spcAft>
                <a:spcPts val="0"/>
              </a:spcAft>
              <a:buClr>
                <a:schemeClr val="dk1"/>
              </a:buClr>
              <a:buSzPts val="1100"/>
              <a:buFont typeface="Arial"/>
              <a:buNone/>
            </a:pPr>
            <a:r>
              <a:rPr lang="en-GB" sz="2800">
                <a:solidFill>
                  <a:srgbClr val="434343"/>
                </a:solidFill>
              </a:rPr>
              <a:t>data year by year</a:t>
            </a:r>
            <a:endParaRPr sz="2800">
              <a:solidFill>
                <a:srgbClr val="434343"/>
              </a:solidFill>
            </a:endParaRPr>
          </a:p>
          <a:p>
            <a:pPr indent="0" lvl="0" marL="0" rtl="0" algn="l">
              <a:spcBef>
                <a:spcPts val="0"/>
              </a:spcBef>
              <a:spcAft>
                <a:spcPts val="0"/>
              </a:spcAft>
              <a:buNone/>
            </a:pPr>
            <a:r>
              <a:t/>
            </a:r>
            <a:endParaRPr sz="2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a:t> WHAT IS THE RELATIONSHIP BETWEEN THE SIZE OF THE STORES, NUMBER OF EMPLOYEES AND REVENUE? </a:t>
            </a:r>
            <a:endParaRPr b="1"/>
          </a:p>
        </p:txBody>
      </p:sp>
      <p:sp>
        <p:nvSpPr>
          <p:cNvPr id="379" name="Google Shape;379;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20XX</a:t>
            </a:r>
            <a:endParaRPr/>
          </a:p>
        </p:txBody>
      </p:sp>
      <p:sp>
        <p:nvSpPr>
          <p:cNvPr id="380" name="Google Shape;380;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Pitch Deck</a:t>
            </a:r>
            <a:endParaRPr/>
          </a:p>
        </p:txBody>
      </p:sp>
      <p:sp>
        <p:nvSpPr>
          <p:cNvPr id="381" name="Google Shape;381;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382" name="Google Shape;382;p14"/>
          <p:cNvPicPr preferRelativeResize="0"/>
          <p:nvPr/>
        </p:nvPicPr>
        <p:blipFill rotWithShape="1">
          <a:blip r:embed="rId3">
            <a:alphaModFix/>
          </a:blip>
          <a:srcRect b="0" l="0" r="0" t="0"/>
          <a:stretch/>
        </p:blipFill>
        <p:spPr>
          <a:xfrm>
            <a:off x="838200" y="1408381"/>
            <a:ext cx="10153160" cy="5449619"/>
          </a:xfrm>
          <a:prstGeom prst="rect">
            <a:avLst/>
          </a:prstGeom>
          <a:noFill/>
          <a:ln>
            <a:noFill/>
          </a:ln>
        </p:spPr>
      </p:pic>
      <p:sp>
        <p:nvSpPr>
          <p:cNvPr id="383" name="Google Shape;383;p14"/>
          <p:cNvSpPr txBox="1"/>
          <p:nvPr/>
        </p:nvSpPr>
        <p:spPr>
          <a:xfrm>
            <a:off x="2028875" y="6508372"/>
            <a:ext cx="7977900" cy="4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rgbClr val="434343"/>
                </a:solidFill>
              </a:rPr>
              <a:t>   </a:t>
            </a:r>
            <a:r>
              <a:rPr lang="en-GB" sz="1600">
                <a:solidFill>
                  <a:srgbClr val="434343"/>
                </a:solidFill>
              </a:rPr>
              <a:t>Very Small</a:t>
            </a:r>
            <a:r>
              <a:rPr lang="en-GB" sz="1600">
                <a:solidFill>
                  <a:srgbClr val="434343"/>
                </a:solidFill>
              </a:rPr>
              <a:t>   </a:t>
            </a:r>
            <a:r>
              <a:rPr lang="en-GB" sz="1600">
                <a:solidFill>
                  <a:srgbClr val="434343"/>
                </a:solidFill>
              </a:rPr>
              <a:t>     </a:t>
            </a:r>
            <a:r>
              <a:rPr lang="en-GB" sz="1600">
                <a:solidFill>
                  <a:srgbClr val="434343"/>
                </a:solidFill>
              </a:rPr>
              <a:t>Small</a:t>
            </a:r>
            <a:r>
              <a:rPr lang="en-GB" sz="1600">
                <a:solidFill>
                  <a:srgbClr val="434343"/>
                </a:solidFill>
              </a:rPr>
              <a:t>         </a:t>
            </a:r>
            <a:r>
              <a:rPr lang="en-GB" sz="1600">
                <a:solidFill>
                  <a:srgbClr val="434343"/>
                </a:solidFill>
              </a:rPr>
              <a:t>  Medium      </a:t>
            </a:r>
            <a:r>
              <a:rPr lang="en-GB" sz="1600">
                <a:solidFill>
                  <a:srgbClr val="434343"/>
                </a:solidFill>
              </a:rPr>
              <a:t>     </a:t>
            </a:r>
            <a:r>
              <a:rPr lang="en-GB" sz="1600">
                <a:solidFill>
                  <a:srgbClr val="434343"/>
                </a:solidFill>
              </a:rPr>
              <a:t>Large                          Very Large</a:t>
            </a:r>
            <a:endParaRPr sz="1600">
              <a:solidFill>
                <a:srgbClr val="434343"/>
              </a:solidFill>
            </a:endParaRPr>
          </a:p>
        </p:txBody>
      </p:sp>
      <p:sp>
        <p:nvSpPr>
          <p:cNvPr id="384" name="Google Shape;384;p14"/>
          <p:cNvSpPr txBox="1"/>
          <p:nvPr/>
        </p:nvSpPr>
        <p:spPr>
          <a:xfrm>
            <a:off x="2339200" y="5528900"/>
            <a:ext cx="838800" cy="27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solidFill>
                  <a:schemeClr val="lt1"/>
                </a:solidFill>
              </a:rPr>
              <a:t>477</a:t>
            </a:r>
            <a:endParaRPr sz="2800">
              <a:solidFill>
                <a:schemeClr val="lt1"/>
              </a:solidFill>
            </a:endParaRPr>
          </a:p>
        </p:txBody>
      </p:sp>
      <p:sp>
        <p:nvSpPr>
          <p:cNvPr id="385" name="Google Shape;385;p14"/>
          <p:cNvSpPr txBox="1"/>
          <p:nvPr/>
        </p:nvSpPr>
        <p:spPr>
          <a:xfrm>
            <a:off x="3552950" y="4843675"/>
            <a:ext cx="1158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chemeClr val="lt1"/>
                </a:solidFill>
              </a:rPr>
              <a:t>2926</a:t>
            </a:r>
            <a:endParaRPr sz="2800">
              <a:solidFill>
                <a:schemeClr val="lt1"/>
              </a:solidFill>
            </a:endParaRPr>
          </a:p>
        </p:txBody>
      </p:sp>
      <p:sp>
        <p:nvSpPr>
          <p:cNvPr id="386" name="Google Shape;386;p14"/>
          <p:cNvSpPr txBox="1"/>
          <p:nvPr/>
        </p:nvSpPr>
        <p:spPr>
          <a:xfrm>
            <a:off x="4740000" y="5026200"/>
            <a:ext cx="1158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chemeClr val="lt1"/>
                </a:solidFill>
              </a:rPr>
              <a:t>1289</a:t>
            </a:r>
            <a:endParaRPr sz="2800">
              <a:solidFill>
                <a:schemeClr val="lt1"/>
              </a:solidFill>
            </a:endParaRPr>
          </a:p>
        </p:txBody>
      </p:sp>
      <p:sp>
        <p:nvSpPr>
          <p:cNvPr id="387" name="Google Shape;387;p14"/>
          <p:cNvSpPr txBox="1"/>
          <p:nvPr/>
        </p:nvSpPr>
        <p:spPr>
          <a:xfrm>
            <a:off x="5978625" y="3358050"/>
            <a:ext cx="101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chemeClr val="lt1"/>
                </a:solidFill>
              </a:rPr>
              <a:t>7700</a:t>
            </a:r>
            <a:endParaRPr sz="2800">
              <a:solidFill>
                <a:schemeClr val="lt1"/>
              </a:solidFill>
            </a:endParaRPr>
          </a:p>
        </p:txBody>
      </p:sp>
      <p:sp>
        <p:nvSpPr>
          <p:cNvPr id="388" name="Google Shape;388;p14"/>
          <p:cNvSpPr txBox="1"/>
          <p:nvPr/>
        </p:nvSpPr>
        <p:spPr>
          <a:xfrm>
            <a:off x="7492650" y="2433950"/>
            <a:ext cx="406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chemeClr val="lt1"/>
                </a:solidFill>
              </a:rPr>
              <a:t>16482</a:t>
            </a:r>
            <a:endParaRPr sz="2800">
              <a:solidFill>
                <a:schemeClr val="lt1"/>
              </a:solidFill>
            </a:endParaRPr>
          </a:p>
        </p:txBody>
      </p:sp>
      <p:sp>
        <p:nvSpPr>
          <p:cNvPr id="389" name="Google Shape;389;p14"/>
          <p:cNvSpPr txBox="1"/>
          <p:nvPr/>
        </p:nvSpPr>
        <p:spPr>
          <a:xfrm>
            <a:off x="4740000" y="5026200"/>
            <a:ext cx="1158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chemeClr val="accent6"/>
                </a:solidFill>
              </a:rPr>
              <a:t>1289</a:t>
            </a:r>
            <a:endParaRPr sz="2800">
              <a:solidFill>
                <a:schemeClr val="accent6"/>
              </a:solidFill>
            </a:endParaRPr>
          </a:p>
        </p:txBody>
      </p:sp>
      <p:cxnSp>
        <p:nvCxnSpPr>
          <p:cNvPr id="390" name="Google Shape;390;p14"/>
          <p:cNvCxnSpPr/>
          <p:nvPr/>
        </p:nvCxnSpPr>
        <p:spPr>
          <a:xfrm rot="10800000">
            <a:off x="5550300" y="3931750"/>
            <a:ext cx="4413300" cy="21300"/>
          </a:xfrm>
          <a:prstGeom prst="straightConnector1">
            <a:avLst/>
          </a:prstGeom>
          <a:noFill/>
          <a:ln cap="flat" cmpd="sng" w="38100">
            <a:solidFill>
              <a:schemeClr val="accent5"/>
            </a:solidFill>
            <a:prstDash val="dash"/>
            <a:round/>
            <a:headEnd len="med" w="med" type="none"/>
            <a:tailEnd len="med" w="med" type="none"/>
          </a:ln>
        </p:spPr>
      </p:cxnSp>
      <p:sp>
        <p:nvSpPr>
          <p:cNvPr id="391" name="Google Shape;391;p14"/>
          <p:cNvSpPr/>
          <p:nvPr/>
        </p:nvSpPr>
        <p:spPr>
          <a:xfrm>
            <a:off x="4962800" y="4029775"/>
            <a:ext cx="635100" cy="1017600"/>
          </a:xfrm>
          <a:prstGeom prst="down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9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86"/>
                                        </p:tgtEl>
                                        <p:attrNameLst>
                                          <p:attrName>style.visibility</p:attrName>
                                        </p:attrNameLst>
                                      </p:cBhvr>
                                      <p:to>
                                        <p:strVal val="hidden"/>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7"/>
          <p:cNvSpPr txBox="1"/>
          <p:nvPr>
            <p:ph type="title"/>
          </p:nvPr>
        </p:nvSpPr>
        <p:spPr>
          <a:xfrm>
            <a:off x="5919569" y="993621"/>
            <a:ext cx="5432100" cy="8463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Arial"/>
              <a:buNone/>
            </a:pPr>
            <a:r>
              <a:rPr b="1" lang="en-GB" sz="3000"/>
              <a:t>In Closing</a:t>
            </a:r>
            <a:endParaRPr b="1" sz="3000"/>
          </a:p>
        </p:txBody>
      </p:sp>
      <p:sp>
        <p:nvSpPr>
          <p:cNvPr id="398" name="Google Shape;398;p17"/>
          <p:cNvSpPr txBox="1"/>
          <p:nvPr>
            <p:ph idx="3" type="body"/>
          </p:nvPr>
        </p:nvSpPr>
        <p:spPr>
          <a:xfrm>
            <a:off x="5919567" y="1999086"/>
            <a:ext cx="5433300" cy="3651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chemeClr val="dk1"/>
              </a:buClr>
              <a:buSzPts val="2000"/>
              <a:buNone/>
            </a:pPr>
            <a:r>
              <a:rPr lang="en-GB" sz="2800"/>
              <a:t>Next steps?</a:t>
            </a:r>
            <a:endParaRPr sz="2800"/>
          </a:p>
        </p:txBody>
      </p:sp>
      <p:sp>
        <p:nvSpPr>
          <p:cNvPr id="399" name="Google Shape;399;p17"/>
          <p:cNvSpPr txBox="1"/>
          <p:nvPr>
            <p:ph idx="4" type="body"/>
          </p:nvPr>
        </p:nvSpPr>
        <p:spPr>
          <a:xfrm>
            <a:off x="5919575" y="2897157"/>
            <a:ext cx="5432100" cy="1839000"/>
          </a:xfrm>
          <a:prstGeom prst="rect">
            <a:avLst/>
          </a:prstGeom>
          <a:noFill/>
          <a:ln>
            <a:noFill/>
          </a:ln>
        </p:spPr>
        <p:txBody>
          <a:bodyPr anchorCtr="0" anchor="t" bIns="45700" lIns="91425" spcFirstLastPara="1" rIns="91425" wrap="square" tIns="45700">
            <a:noAutofit/>
          </a:bodyPr>
          <a:lstStyle/>
          <a:p>
            <a:pPr indent="-354012" lvl="0" marL="457200" rtl="0" algn="l">
              <a:lnSpc>
                <a:spcPct val="200000"/>
              </a:lnSpc>
              <a:spcBef>
                <a:spcPts val="0"/>
              </a:spcBef>
              <a:spcAft>
                <a:spcPts val="0"/>
              </a:spcAft>
              <a:buSzPts val="1975"/>
              <a:buChar char="●"/>
            </a:pPr>
            <a:r>
              <a:rPr lang="en-GB" sz="1975"/>
              <a:t>Sales per capita per year</a:t>
            </a:r>
            <a:endParaRPr sz="1975"/>
          </a:p>
          <a:p>
            <a:pPr indent="-354012" lvl="0" marL="457200" rtl="0" algn="l">
              <a:lnSpc>
                <a:spcPct val="200000"/>
              </a:lnSpc>
              <a:spcBef>
                <a:spcPts val="0"/>
              </a:spcBef>
              <a:spcAft>
                <a:spcPts val="0"/>
              </a:spcAft>
              <a:buSzPts val="1975"/>
              <a:buChar char="●"/>
            </a:pPr>
            <a:r>
              <a:rPr lang="en-GB" sz="1975"/>
              <a:t>Explore </a:t>
            </a:r>
            <a:r>
              <a:rPr lang="en-GB" sz="1975"/>
              <a:t>Australian market </a:t>
            </a:r>
            <a:endParaRPr sz="1975"/>
          </a:p>
          <a:p>
            <a:pPr indent="-354012" lvl="0" marL="457200" rtl="0" algn="l">
              <a:lnSpc>
                <a:spcPct val="200000"/>
              </a:lnSpc>
              <a:spcBef>
                <a:spcPts val="0"/>
              </a:spcBef>
              <a:spcAft>
                <a:spcPts val="0"/>
              </a:spcAft>
              <a:buSzPts val="1975"/>
              <a:buChar char="●"/>
            </a:pPr>
            <a:r>
              <a:rPr lang="en-GB" sz="1975"/>
              <a:t>Investigate Year 4 revenue drop off</a:t>
            </a:r>
            <a:endParaRPr sz="1975"/>
          </a:p>
          <a:p>
            <a:pPr indent="0" lvl="0" marL="0" rtl="0" algn="l">
              <a:lnSpc>
                <a:spcPct val="80000"/>
              </a:lnSpc>
              <a:spcBef>
                <a:spcPts val="0"/>
              </a:spcBef>
              <a:spcAft>
                <a:spcPts val="0"/>
              </a:spcAft>
              <a:buClr>
                <a:schemeClr val="dk1"/>
              </a:buClr>
              <a:buSzPts val="875"/>
              <a:buNone/>
            </a:pPr>
            <a:r>
              <a:t/>
            </a:r>
            <a:endParaRPr sz="875"/>
          </a:p>
        </p:txBody>
      </p:sp>
      <p:sp>
        <p:nvSpPr>
          <p:cNvPr id="400" name="Google Shape;400;p17"/>
          <p:cNvSpPr txBox="1"/>
          <p:nvPr>
            <p:ph idx="5" type="body"/>
          </p:nvPr>
        </p:nvSpPr>
        <p:spPr>
          <a:xfrm>
            <a:off x="5919579" y="5151457"/>
            <a:ext cx="5433300" cy="3651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chemeClr val="dk1"/>
              </a:buClr>
              <a:buSzPts val="2000"/>
              <a:buNone/>
            </a:pPr>
            <a:r>
              <a:rPr lang="en-GB" sz="4300"/>
              <a:t>Q&amp;A</a:t>
            </a:r>
            <a:endParaRPr sz="4300"/>
          </a:p>
        </p:txBody>
      </p:sp>
      <p:sp>
        <p:nvSpPr>
          <p:cNvPr id="401" name="Google Shape;40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20XX</a:t>
            </a:r>
            <a:endParaRPr/>
          </a:p>
        </p:txBody>
      </p:sp>
      <p:sp>
        <p:nvSpPr>
          <p:cNvPr id="402" name="Google Shape;40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Pitch Deck</a:t>
            </a:r>
            <a:endParaRPr/>
          </a:p>
        </p:txBody>
      </p:sp>
      <p:sp>
        <p:nvSpPr>
          <p:cNvPr id="403" name="Google Shape;40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nolin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2025-11-18T14:47:39Z</dcterms:created>
  <dc:creator>Nang Mo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